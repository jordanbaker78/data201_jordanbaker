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62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89.xml"/>
  <Override ContentType="application/vnd.openxmlformats-officedocument.presentationml.slideLayout+xml" PartName="/ppt/slideLayouts/slideLayout70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61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64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6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78.xml"/>
  <Override ContentType="application/vnd.openxmlformats-officedocument.presentationml.slideLayout+xml" PartName="/ppt/slideLayouts/slideLayout65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85.xml"/>
  <Override ContentType="application/vnd.openxmlformats-officedocument.presentationml.slideLayout+xml" PartName="/ppt/slideLayouts/slideLayout72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7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66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1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4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67.xml"/>
  <Override ContentType="application/vnd.openxmlformats-officedocument.presentationml.slideLayout+xml" PartName="/ppt/slideLayouts/slideLayout83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76.xml"/>
  <Override ContentType="application/vnd.openxmlformats-officedocument.presentationml.slideLayout+xml" PartName="/ppt/slideLayouts/slideLayout59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7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91.xml"/>
  <Override ContentType="application/vnd.openxmlformats-officedocument.presentationml.slideLayout+xml" PartName="/ppt/slideLayouts/slideLayout68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9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7.xml"/>
  <Override ContentType="application/vnd.openxmlformats-officedocument.presentationml.slideLayout+xml" PartName="/ppt/slideLayouts/slideLayout82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73.xml"/>
  <Override ContentType="application/vnd.openxmlformats-officedocument.presentationml.slideLayout+xml" PartName="/ppt/slideLayouts/slideLayout86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81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69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57.xml"/>
  <Override ContentType="application/vnd.openxmlformats-officedocument.presentationml.slideLayout+xml" PartName="/ppt/slideLayouts/slideLayout8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8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63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58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8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75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39" r:id="rId5"/>
    <p:sldMasterId id="214748374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</p:sldIdLst>
  <p:sldSz cy="5143500" cx="9144000"/>
  <p:notesSz cx="6858000" cy="9144000"/>
  <p:embeddedFontLst>
    <p:embeddedFont>
      <p:font typeface="Inter SemiBold"/>
      <p:regular r:id="rId15"/>
      <p:bold r:id="rId16"/>
      <p:italic r:id="rId17"/>
      <p:boldItalic r:id="rId18"/>
    </p:embeddedFont>
    <p:embeddedFont>
      <p:font typeface="Inter Light"/>
      <p:regular r:id="rId19"/>
      <p:bold r:id="rId20"/>
      <p:italic r:id="rId21"/>
      <p:boldItalic r:id="rId22"/>
    </p:embeddedFont>
    <p:embeddedFont>
      <p:font typeface="Gowun Batang"/>
      <p:regular r:id="rId23"/>
      <p:bold r:id="rId24"/>
    </p:embeddedFont>
    <p:embeddedFont>
      <p:font typeface="Inter"/>
      <p:regular r:id="rId25"/>
      <p:bold r:id="rId26"/>
      <p:italic r:id="rId27"/>
      <p:boldItalic r:id="rId28"/>
    </p:embeddedFont>
    <p:embeddedFont>
      <p:font typeface="Inter Medium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E4720295-9723-4A0F-98B8-F27AEDB87CD2}">
  <a:tblStyle styleId="{E4720295-9723-4A0F-98B8-F27AEDB87CD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InterMedium-italic.fntdata"/><Relationship Id="rId30" Type="http://schemas.openxmlformats.org/officeDocument/2006/relationships/font" Target="fonts/InterMedium-bold.fntdata"/><Relationship Id="rId32" Type="http://schemas.openxmlformats.org/officeDocument/2006/relationships/font" Target="fonts/InterMedium-boldItalic.fntdata"/><Relationship Id="rId20" Type="http://schemas.openxmlformats.org/officeDocument/2006/relationships/font" Target="fonts/InterLight-bold.fntdata"/><Relationship Id="rId22" Type="http://schemas.openxmlformats.org/officeDocument/2006/relationships/font" Target="fonts/InterLight-boldItalic.fntdata"/><Relationship Id="rId21" Type="http://schemas.openxmlformats.org/officeDocument/2006/relationships/font" Target="fonts/InterLight-italic.fntdata"/><Relationship Id="rId24" Type="http://schemas.openxmlformats.org/officeDocument/2006/relationships/font" Target="fonts/GowunBatang-bold.fntdata"/><Relationship Id="rId23" Type="http://schemas.openxmlformats.org/officeDocument/2006/relationships/font" Target="fonts/GowunBatang-regular.fntdata"/><Relationship Id="rId26" Type="http://schemas.openxmlformats.org/officeDocument/2006/relationships/font" Target="fonts/Inter-bold.fntdata"/><Relationship Id="rId25" Type="http://schemas.openxmlformats.org/officeDocument/2006/relationships/font" Target="fonts/Inter-regular.fntdata"/><Relationship Id="rId28" Type="http://schemas.openxmlformats.org/officeDocument/2006/relationships/font" Target="fonts/Inter-boldItalic.fntdata"/><Relationship Id="rId27" Type="http://schemas.openxmlformats.org/officeDocument/2006/relationships/font" Target="fonts/Inter-italic.fntdata"/><Relationship Id="rId29" Type="http://schemas.openxmlformats.org/officeDocument/2006/relationships/font" Target="fonts/InterMedium-regular.fntdata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font" Target="fonts/InterSemiBold-regular.fntdata"/><Relationship Id="rId14" Type="http://schemas.openxmlformats.org/officeDocument/2006/relationships/slide" Target="slides/slide7.xml"/><Relationship Id="rId17" Type="http://schemas.openxmlformats.org/officeDocument/2006/relationships/font" Target="fonts/InterSemiBold-italic.fntdata"/><Relationship Id="rId16" Type="http://schemas.openxmlformats.org/officeDocument/2006/relationships/font" Target="fonts/InterSemiBold-bold.fntdata"/><Relationship Id="rId19" Type="http://schemas.openxmlformats.org/officeDocument/2006/relationships/font" Target="fonts/InterLight-regular.fntdata"/><Relationship Id="rId18" Type="http://schemas.openxmlformats.org/officeDocument/2006/relationships/font" Target="fonts/InterSemiBold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7" name="Shape 1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8" name="Google Shape;1468;g3e1a85cc79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9" name="Google Shape;1469;g3e1a85cc79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3" name="Shape 1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4" name="Google Shape;1474;g3e1a85cc798_0_1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5" name="Google Shape;1475;g3e1a85cc798_0_1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6" name="Shape 1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7" name="Google Shape;1487;g3e1a85cc798_0_15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8" name="Google Shape;1488;g3e1a85cc798_0_1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3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3e1a85cc798_0_15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3e1a85cc798_0_15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0" name="Shape 1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1" name="Google Shape;1501;g3e1a85cc798_0_15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2" name="Google Shape;1502;g3e1a85cc798_0_15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7" name="Shape 1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8" name="Google Shape;1508;g3e1a85cc798_0_15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9" name="Google Shape;1509;g3e1a85cc798_0_15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8" name="Shape 1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9" name="Google Shape;1519;g3e1a85cc798_0_15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0" name="Google Shape;1520;g3e1a85cc798_0_15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1" type="blank">
  <p:cSld name="BLANK">
    <p:bg>
      <p:bgPr>
        <a:solidFill>
          <a:schemeClr val="lt1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" name="Google Shape;54;p14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5" name="Google Shape;55;p14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" name="Google Shape;56;p14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" name="Google Shape;57;p14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" name="Google Shape;58;p14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" name="Google Shape;59;p14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0" name="Google Shape;60;p14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1" name="Google Shape;61;p14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2" name="Google Shape;62;p1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3" name="Google Shape;63;p1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4" name="Google Shape;64;p14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5" name="Google Shape;65;p14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4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3">
    <p:bg>
      <p:bgPr>
        <a:solidFill>
          <a:schemeClr val="lt2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69" name="Google Shape;69;p15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0" name="Google Shape;70;p1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1" name="Google Shape;71;p15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2" name="Google Shape;72;p15"/>
          <p:cNvSpPr txBox="1"/>
          <p:nvPr>
            <p:ph type="title"/>
          </p:nvPr>
        </p:nvSpPr>
        <p:spPr>
          <a:xfrm flipH="1">
            <a:off x="1040775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3" name="Google Shape;73;p15"/>
          <p:cNvSpPr txBox="1"/>
          <p:nvPr>
            <p:ph idx="5" type="title"/>
          </p:nvPr>
        </p:nvSpPr>
        <p:spPr>
          <a:xfrm flipH="1">
            <a:off x="1040775" y="2053325"/>
            <a:ext cx="7581900" cy="747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4" name="Google Shape;74;p15"/>
          <p:cNvSpPr txBox="1"/>
          <p:nvPr>
            <p:ph idx="6" type="title"/>
          </p:nvPr>
        </p:nvSpPr>
        <p:spPr>
          <a:xfrm flipH="1">
            <a:off x="1040775" y="2800750"/>
            <a:ext cx="7581900" cy="7419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5" name="Google Shape;75;p15"/>
          <p:cNvSpPr txBox="1"/>
          <p:nvPr>
            <p:ph idx="7" type="title"/>
          </p:nvPr>
        </p:nvSpPr>
        <p:spPr>
          <a:xfrm flipH="1">
            <a:off x="1040775" y="3542475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6" name="Google Shape;76;p15"/>
          <p:cNvSpPr txBox="1"/>
          <p:nvPr>
            <p:ph idx="8" type="title"/>
          </p:nvPr>
        </p:nvSpPr>
        <p:spPr>
          <a:xfrm flipH="1">
            <a:off x="1040775" y="4297600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77" name="Google Shape;77;p15"/>
          <p:cNvSpPr txBox="1"/>
          <p:nvPr>
            <p:ph idx="9" type="title"/>
          </p:nvPr>
        </p:nvSpPr>
        <p:spPr>
          <a:xfrm flipH="1">
            <a:off x="1040775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Summary">
  <p:cSld name="BLANK_1_1_1_1_1_1_1_2_1">
    <p:bg>
      <p:bgPr>
        <a:solidFill>
          <a:schemeClr val="lt2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/>
          <p:nvPr>
            <p:ph type="title"/>
          </p:nvPr>
        </p:nvSpPr>
        <p:spPr>
          <a:xfrm>
            <a:off x="1040950" y="1667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0" name="Google Shape;80;p16"/>
          <p:cNvSpPr txBox="1"/>
          <p:nvPr>
            <p:ph idx="1" type="body"/>
          </p:nvPr>
        </p:nvSpPr>
        <p:spPr>
          <a:xfrm>
            <a:off x="1041000" y="2309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1" name="Google Shape;81;p16"/>
          <p:cNvSpPr txBox="1"/>
          <p:nvPr>
            <p:ph idx="2" type="title"/>
          </p:nvPr>
        </p:nvSpPr>
        <p:spPr>
          <a:xfrm>
            <a:off x="3065850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2" name="Google Shape;82;p16"/>
          <p:cNvSpPr txBox="1"/>
          <p:nvPr>
            <p:ph idx="3" type="body"/>
          </p:nvPr>
        </p:nvSpPr>
        <p:spPr>
          <a:xfrm>
            <a:off x="3065900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3" name="Google Shape;83;p16"/>
          <p:cNvSpPr txBox="1"/>
          <p:nvPr>
            <p:ph idx="4" type="title"/>
          </p:nvPr>
        </p:nvSpPr>
        <p:spPr>
          <a:xfrm>
            <a:off x="5090675" y="1667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4" name="Google Shape;84;p16"/>
          <p:cNvSpPr txBox="1"/>
          <p:nvPr>
            <p:ph idx="5" type="body"/>
          </p:nvPr>
        </p:nvSpPr>
        <p:spPr>
          <a:xfrm>
            <a:off x="5090725" y="2309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5" name="Google Shape;85;p16"/>
          <p:cNvSpPr txBox="1"/>
          <p:nvPr>
            <p:ph idx="6" type="title"/>
          </p:nvPr>
        </p:nvSpPr>
        <p:spPr>
          <a:xfrm>
            <a:off x="7118725" y="1667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6" name="Google Shape;86;p16"/>
          <p:cNvSpPr txBox="1"/>
          <p:nvPr>
            <p:ph idx="7" type="body"/>
          </p:nvPr>
        </p:nvSpPr>
        <p:spPr>
          <a:xfrm>
            <a:off x="7118775" y="2309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7" name="Google Shape;87;p16"/>
          <p:cNvSpPr txBox="1"/>
          <p:nvPr>
            <p:ph idx="8" type="title"/>
          </p:nvPr>
        </p:nvSpPr>
        <p:spPr>
          <a:xfrm>
            <a:off x="1040950" y="3584775"/>
            <a:ext cx="20220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88" name="Google Shape;88;p16"/>
          <p:cNvSpPr txBox="1"/>
          <p:nvPr>
            <p:ph idx="9" type="body"/>
          </p:nvPr>
        </p:nvSpPr>
        <p:spPr>
          <a:xfrm>
            <a:off x="1041000" y="4226175"/>
            <a:ext cx="20220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89" name="Google Shape;89;p16"/>
          <p:cNvSpPr txBox="1"/>
          <p:nvPr>
            <p:ph idx="13" type="title"/>
          </p:nvPr>
        </p:nvSpPr>
        <p:spPr>
          <a:xfrm>
            <a:off x="3065850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0" name="Google Shape;90;p16"/>
          <p:cNvSpPr txBox="1"/>
          <p:nvPr>
            <p:ph idx="14" type="body"/>
          </p:nvPr>
        </p:nvSpPr>
        <p:spPr>
          <a:xfrm>
            <a:off x="3065900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1" name="Google Shape;91;p16"/>
          <p:cNvSpPr txBox="1"/>
          <p:nvPr>
            <p:ph idx="15" type="title"/>
          </p:nvPr>
        </p:nvSpPr>
        <p:spPr>
          <a:xfrm>
            <a:off x="5090675" y="3584775"/>
            <a:ext cx="20277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2" name="Google Shape;92;p16"/>
          <p:cNvSpPr txBox="1"/>
          <p:nvPr>
            <p:ph idx="16" type="body"/>
          </p:nvPr>
        </p:nvSpPr>
        <p:spPr>
          <a:xfrm>
            <a:off x="5090725" y="4226175"/>
            <a:ext cx="20277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3" name="Google Shape;93;p16"/>
          <p:cNvSpPr txBox="1"/>
          <p:nvPr>
            <p:ph idx="17" type="title"/>
          </p:nvPr>
        </p:nvSpPr>
        <p:spPr>
          <a:xfrm>
            <a:off x="7118725" y="3584775"/>
            <a:ext cx="2025300" cy="6414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Medium"/>
              <a:buNone/>
              <a:defRPr sz="15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94" name="Google Shape;94;p16"/>
          <p:cNvSpPr txBox="1"/>
          <p:nvPr>
            <p:ph idx="18" type="body"/>
          </p:nvPr>
        </p:nvSpPr>
        <p:spPr>
          <a:xfrm>
            <a:off x="7118775" y="4226175"/>
            <a:ext cx="2025300" cy="684900"/>
          </a:xfrm>
          <a:prstGeom prst="rect">
            <a:avLst/>
          </a:prstGeom>
        </p:spPr>
        <p:txBody>
          <a:bodyPr anchorCtr="0" anchor="t" bIns="91425" lIns="18287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5" name="Google Shape;95;p16"/>
          <p:cNvSpPr txBox="1"/>
          <p:nvPr>
            <p:ph idx="1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6" name="Google Shape;96;p16"/>
          <p:cNvSpPr txBox="1"/>
          <p:nvPr>
            <p:ph idx="20"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97" name="Google Shape;97;p16"/>
          <p:cNvSpPr txBox="1"/>
          <p:nvPr>
            <p:ph idx="21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8" name="Google Shape;98;p16"/>
          <p:cNvSpPr txBox="1"/>
          <p:nvPr>
            <p:ph idx="2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9" name="Google Shape;99;p16"/>
          <p:cNvSpPr txBox="1"/>
          <p:nvPr>
            <p:ph idx="23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2">
    <p:bg>
      <p:bgPr>
        <a:solidFill>
          <a:schemeClr val="lt1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 txBox="1"/>
          <p:nvPr>
            <p:ph idx="1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" name="Google Shape;102;p17"/>
          <p:cNvSpPr txBox="1"/>
          <p:nvPr>
            <p:ph idx="2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3" name="Google Shape;103;p1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4" name="Google Shape;104;p17"/>
          <p:cNvSpPr txBox="1"/>
          <p:nvPr>
            <p:ph type="title"/>
          </p:nvPr>
        </p:nvSpPr>
        <p:spPr>
          <a:xfrm>
            <a:off x="10421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" name="Google Shape;105;p17"/>
          <p:cNvSpPr txBox="1"/>
          <p:nvPr>
            <p:ph idx="4" type="title"/>
          </p:nvPr>
        </p:nvSpPr>
        <p:spPr>
          <a:xfrm>
            <a:off x="486175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6" name="Google Shape;106;p17"/>
          <p:cNvSpPr txBox="1"/>
          <p:nvPr>
            <p:ph idx="5" type="title"/>
          </p:nvPr>
        </p:nvSpPr>
        <p:spPr>
          <a:xfrm>
            <a:off x="2952000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7" name="Google Shape;107;p17"/>
          <p:cNvSpPr txBox="1"/>
          <p:nvPr>
            <p:ph idx="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8" name="Google Shape;108;p17"/>
          <p:cNvSpPr txBox="1"/>
          <p:nvPr>
            <p:ph idx="7" type="title"/>
          </p:nvPr>
        </p:nvSpPr>
        <p:spPr>
          <a:xfrm flipH="1">
            <a:off x="1046200" y="772500"/>
            <a:ext cx="5726100" cy="21255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7"/>
          <p:cNvSpPr txBox="1"/>
          <p:nvPr>
            <p:ph idx="8" type="subTitle"/>
          </p:nvPr>
        </p:nvSpPr>
        <p:spPr>
          <a:xfrm>
            <a:off x="1042100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0" name="Google Shape;110;p17"/>
          <p:cNvSpPr txBox="1"/>
          <p:nvPr>
            <p:ph idx="9" type="title"/>
          </p:nvPr>
        </p:nvSpPr>
        <p:spPr>
          <a:xfrm>
            <a:off x="6771475" y="2897900"/>
            <a:ext cx="436200" cy="426300"/>
          </a:xfrm>
          <a:prstGeom prst="rect">
            <a:avLst/>
          </a:prstGeom>
          <a:solidFill>
            <a:schemeClr val="accent6"/>
          </a:solidFill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11" name="Google Shape;111;p17"/>
          <p:cNvSpPr txBox="1"/>
          <p:nvPr>
            <p:ph idx="13" type="subTitle"/>
          </p:nvPr>
        </p:nvSpPr>
        <p:spPr>
          <a:xfrm>
            <a:off x="29514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2" name="Google Shape;112;p17"/>
          <p:cNvSpPr txBox="1"/>
          <p:nvPr>
            <p:ph idx="14" type="subTitle"/>
          </p:nvPr>
        </p:nvSpPr>
        <p:spPr>
          <a:xfrm>
            <a:off x="4862838" y="3515850"/>
            <a:ext cx="19107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3" name="Google Shape;113;p17"/>
          <p:cNvSpPr txBox="1"/>
          <p:nvPr>
            <p:ph idx="15" type="subTitle"/>
          </p:nvPr>
        </p:nvSpPr>
        <p:spPr>
          <a:xfrm>
            <a:off x="6774249" y="3515850"/>
            <a:ext cx="1848900" cy="1313700"/>
          </a:xfrm>
          <a:prstGeom prst="rect">
            <a:avLst/>
          </a:prstGeom>
        </p:spPr>
        <p:txBody>
          <a:bodyPr anchorCtr="0" anchor="t" bIns="0" lIns="27430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Inter Medium"/>
              <a:buNone/>
              <a:defRPr sz="18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1">
  <p:cSld name="BLANK_1_4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>
            <p:ph idx="1" type="subTitle"/>
          </p:nvPr>
        </p:nvSpPr>
        <p:spPr>
          <a:xfrm>
            <a:off x="7876950" y="4432750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6" name="Google Shape;116;p18"/>
          <p:cNvSpPr txBox="1"/>
          <p:nvPr>
            <p:ph idx="2" type="subTitle"/>
          </p:nvPr>
        </p:nvSpPr>
        <p:spPr>
          <a:xfrm>
            <a:off x="66165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7" name="Google Shape;117;p18"/>
          <p:cNvSpPr txBox="1"/>
          <p:nvPr>
            <p:ph idx="3" type="subTitle"/>
          </p:nvPr>
        </p:nvSpPr>
        <p:spPr>
          <a:xfrm>
            <a:off x="5357423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8" name="Google Shape;118;p18"/>
          <p:cNvSpPr txBox="1"/>
          <p:nvPr>
            <p:ph idx="4" type="subTitle"/>
          </p:nvPr>
        </p:nvSpPr>
        <p:spPr>
          <a:xfrm>
            <a:off x="4097348" y="4432750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19" name="Google Shape;119;p18"/>
          <p:cNvSpPr txBox="1"/>
          <p:nvPr>
            <p:ph idx="5" type="subTitle"/>
          </p:nvPr>
        </p:nvSpPr>
        <p:spPr>
          <a:xfrm>
            <a:off x="2829250" y="4432750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0" name="Google Shape;120;p18"/>
          <p:cNvSpPr txBox="1"/>
          <p:nvPr>
            <p:ph idx="6" type="subTitle"/>
          </p:nvPr>
        </p:nvSpPr>
        <p:spPr>
          <a:xfrm>
            <a:off x="7876950" y="2287525"/>
            <a:ext cx="12678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1" name="Google Shape;121;p18"/>
          <p:cNvSpPr txBox="1"/>
          <p:nvPr>
            <p:ph idx="7" type="subTitle"/>
          </p:nvPr>
        </p:nvSpPr>
        <p:spPr>
          <a:xfrm>
            <a:off x="66165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2" name="Google Shape;122;p18"/>
          <p:cNvSpPr txBox="1"/>
          <p:nvPr>
            <p:ph idx="8" type="subTitle"/>
          </p:nvPr>
        </p:nvSpPr>
        <p:spPr>
          <a:xfrm>
            <a:off x="5357423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3" name="Google Shape;123;p18"/>
          <p:cNvSpPr txBox="1"/>
          <p:nvPr>
            <p:ph idx="9" type="subTitle"/>
          </p:nvPr>
        </p:nvSpPr>
        <p:spPr>
          <a:xfrm>
            <a:off x="4097348" y="2287525"/>
            <a:ext cx="1259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24" name="Google Shape;124;p18"/>
          <p:cNvSpPr txBox="1"/>
          <p:nvPr>
            <p:ph type="title"/>
          </p:nvPr>
        </p:nvSpPr>
        <p:spPr>
          <a:xfrm>
            <a:off x="519850" y="844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SemiBold"/>
              <a:buNone/>
              <a:defRPr sz="12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25" name="Google Shape;125;p18"/>
          <p:cNvSpPr txBox="1"/>
          <p:nvPr>
            <p:ph idx="1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6" name="Google Shape;126;p18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7" name="Google Shape;127;p18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8" name="Google Shape;128;p18"/>
          <p:cNvSpPr txBox="1"/>
          <p:nvPr>
            <p:ph idx="1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29" name="Google Shape;129;p1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0" name="Google Shape;130;p1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" name="Google Shape;131;p18"/>
          <p:cNvSpPr txBox="1"/>
          <p:nvPr>
            <p:ph idx="17" type="title"/>
          </p:nvPr>
        </p:nvSpPr>
        <p:spPr>
          <a:xfrm>
            <a:off x="519850" y="2986700"/>
            <a:ext cx="2309400" cy="2142000"/>
          </a:xfrm>
          <a:prstGeom prst="rect">
            <a:avLst/>
          </a:prstGeom>
        </p:spPr>
        <p:txBody>
          <a:bodyPr anchorCtr="0" anchor="ctr" bIns="91425" lIns="182875" spcFirstLastPara="1" rIns="18287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32" name="Google Shape;132;p18"/>
          <p:cNvSpPr txBox="1"/>
          <p:nvPr>
            <p:ph idx="18" type="subTitle"/>
          </p:nvPr>
        </p:nvSpPr>
        <p:spPr>
          <a:xfrm>
            <a:off x="2829250" y="2287525"/>
            <a:ext cx="1268100" cy="699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3" name="Google Shape;133;p18"/>
          <p:cNvSpPr/>
          <p:nvPr>
            <p:ph idx="19" type="pic"/>
          </p:nvPr>
        </p:nvSpPr>
        <p:spPr>
          <a:xfrm>
            <a:off x="2833325" y="844900"/>
            <a:ext cx="1259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4" name="Google Shape;134;p18"/>
          <p:cNvSpPr/>
          <p:nvPr>
            <p:ph idx="20" type="pic"/>
          </p:nvPr>
        </p:nvSpPr>
        <p:spPr>
          <a:xfrm>
            <a:off x="41020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5" name="Google Shape;135;p18"/>
          <p:cNvSpPr/>
          <p:nvPr>
            <p:ph idx="21" type="pic"/>
          </p:nvPr>
        </p:nvSpPr>
        <p:spPr>
          <a:xfrm>
            <a:off x="536210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6" name="Google Shape;136;p18"/>
          <p:cNvSpPr/>
          <p:nvPr>
            <p:ph idx="22" type="pic"/>
          </p:nvPr>
        </p:nvSpPr>
        <p:spPr>
          <a:xfrm>
            <a:off x="6622150" y="844900"/>
            <a:ext cx="12501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7" name="Google Shape;137;p18"/>
          <p:cNvSpPr/>
          <p:nvPr>
            <p:ph idx="23" type="pic"/>
          </p:nvPr>
        </p:nvSpPr>
        <p:spPr>
          <a:xfrm>
            <a:off x="7881550" y="844900"/>
            <a:ext cx="1262400" cy="1443000"/>
          </a:xfrm>
          <a:prstGeom prst="rect">
            <a:avLst/>
          </a:prstGeom>
          <a:noFill/>
          <a:ln>
            <a:noFill/>
          </a:ln>
        </p:spPr>
      </p:sp>
      <p:sp>
        <p:nvSpPr>
          <p:cNvPr id="138" name="Google Shape;138;p18"/>
          <p:cNvSpPr/>
          <p:nvPr>
            <p:ph idx="24" type="pic"/>
          </p:nvPr>
        </p:nvSpPr>
        <p:spPr>
          <a:xfrm>
            <a:off x="2833325" y="2991250"/>
            <a:ext cx="1259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39" name="Google Shape;139;p18"/>
          <p:cNvSpPr/>
          <p:nvPr>
            <p:ph idx="25" type="pic"/>
          </p:nvPr>
        </p:nvSpPr>
        <p:spPr>
          <a:xfrm>
            <a:off x="41020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0" name="Google Shape;140;p18"/>
          <p:cNvSpPr/>
          <p:nvPr>
            <p:ph idx="26" type="pic"/>
          </p:nvPr>
        </p:nvSpPr>
        <p:spPr>
          <a:xfrm>
            <a:off x="536210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1" name="Google Shape;141;p18"/>
          <p:cNvSpPr/>
          <p:nvPr>
            <p:ph idx="27" type="pic"/>
          </p:nvPr>
        </p:nvSpPr>
        <p:spPr>
          <a:xfrm>
            <a:off x="6622150" y="2991250"/>
            <a:ext cx="1250100" cy="1441800"/>
          </a:xfrm>
          <a:prstGeom prst="rect">
            <a:avLst/>
          </a:prstGeom>
          <a:noFill/>
          <a:ln>
            <a:noFill/>
          </a:ln>
        </p:spPr>
      </p:sp>
      <p:sp>
        <p:nvSpPr>
          <p:cNvPr id="142" name="Google Shape;142;p18"/>
          <p:cNvSpPr/>
          <p:nvPr>
            <p:ph idx="28" type="pic"/>
          </p:nvPr>
        </p:nvSpPr>
        <p:spPr>
          <a:xfrm>
            <a:off x="7881550" y="2991250"/>
            <a:ext cx="1262400" cy="1441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Milestones">
  <p:cSld name="BLANK_1_2_1">
    <p:bg>
      <p:bgPr>
        <a:solidFill>
          <a:schemeClr val="dk2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>
            <p:ph idx="1" type="body"/>
          </p:nvPr>
        </p:nvSpPr>
        <p:spPr>
          <a:xfrm>
            <a:off x="6777000" y="1805138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5" name="Google Shape;145;p19"/>
          <p:cNvSpPr txBox="1"/>
          <p:nvPr>
            <p:ph idx="2" type="body"/>
          </p:nvPr>
        </p:nvSpPr>
        <p:spPr>
          <a:xfrm>
            <a:off x="4684800" y="1755750"/>
            <a:ext cx="2086500" cy="1212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6" name="Google Shape;146;p19"/>
          <p:cNvSpPr txBox="1"/>
          <p:nvPr>
            <p:ph idx="3" type="body"/>
          </p:nvPr>
        </p:nvSpPr>
        <p:spPr>
          <a:xfrm>
            <a:off x="4684800" y="3390775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47" name="Google Shape;147;p19"/>
          <p:cNvSpPr txBox="1"/>
          <p:nvPr>
            <p:ph idx="4" type="subTitle"/>
          </p:nvPr>
        </p:nvSpPr>
        <p:spPr>
          <a:xfrm>
            <a:off x="6778383" y="3350950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8" name="Google Shape;148;p19"/>
          <p:cNvSpPr txBox="1"/>
          <p:nvPr>
            <p:ph idx="5" type="subTitle"/>
          </p:nvPr>
        </p:nvSpPr>
        <p:spPr>
          <a:xfrm>
            <a:off x="6778457" y="3535750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49" name="Google Shape;149;p19"/>
          <p:cNvSpPr txBox="1"/>
          <p:nvPr>
            <p:ph idx="6" type="body"/>
          </p:nvPr>
        </p:nvSpPr>
        <p:spPr>
          <a:xfrm>
            <a:off x="6777000" y="3955275"/>
            <a:ext cx="2053500" cy="8274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0" name="Google Shape;150;p19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1" name="Google Shape;151;p19"/>
          <p:cNvSpPr txBox="1"/>
          <p:nvPr>
            <p:ph idx="8" type="subTitle"/>
          </p:nvPr>
        </p:nvSpPr>
        <p:spPr>
          <a:xfrm>
            <a:off x="6778457" y="1385613"/>
            <a:ext cx="20535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9" type="subTitle"/>
          </p:nvPr>
        </p:nvSpPr>
        <p:spPr>
          <a:xfrm>
            <a:off x="518725" y="1576950"/>
            <a:ext cx="20793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3" name="Google Shape;153;p19"/>
          <p:cNvSpPr txBox="1"/>
          <p:nvPr>
            <p:ph idx="13" type="subTitle"/>
          </p:nvPr>
        </p:nvSpPr>
        <p:spPr>
          <a:xfrm>
            <a:off x="518800" y="1761750"/>
            <a:ext cx="20793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14" type="body"/>
          </p:nvPr>
        </p:nvSpPr>
        <p:spPr>
          <a:xfrm>
            <a:off x="517325" y="2181275"/>
            <a:ext cx="20793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15" type="subTitle"/>
          </p:nvPr>
        </p:nvSpPr>
        <p:spPr>
          <a:xfrm>
            <a:off x="2599579" y="1576950"/>
            <a:ext cx="20850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6" type="subTitle"/>
          </p:nvPr>
        </p:nvSpPr>
        <p:spPr>
          <a:xfrm>
            <a:off x="2599654" y="1761750"/>
            <a:ext cx="2085000" cy="3141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7" type="body"/>
          </p:nvPr>
        </p:nvSpPr>
        <p:spPr>
          <a:xfrm>
            <a:off x="2598175" y="2181275"/>
            <a:ext cx="2085000" cy="1885200"/>
          </a:xfrm>
          <a:prstGeom prst="rect">
            <a:avLst/>
          </a:prstGeom>
        </p:spPr>
        <p:txBody>
          <a:bodyPr anchorCtr="0" anchor="t" bIns="14630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59" name="Google Shape;159;p19"/>
          <p:cNvSpPr txBox="1"/>
          <p:nvPr>
            <p:ph idx="1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0" name="Google Shape;160;p19"/>
          <p:cNvSpPr txBox="1"/>
          <p:nvPr>
            <p:ph idx="20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62" name="Google Shape;162;p1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3" name="Google Shape;163;p1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64" name="Google Shape;164;p19"/>
          <p:cNvSpPr txBox="1"/>
          <p:nvPr>
            <p:ph idx="21" type="title"/>
          </p:nvPr>
        </p:nvSpPr>
        <p:spPr>
          <a:xfrm>
            <a:off x="518575" y="3955025"/>
            <a:ext cx="20793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5" name="Google Shape;165;p19"/>
          <p:cNvSpPr txBox="1"/>
          <p:nvPr>
            <p:ph idx="22" type="title"/>
          </p:nvPr>
        </p:nvSpPr>
        <p:spPr>
          <a:xfrm>
            <a:off x="2596700" y="3955025"/>
            <a:ext cx="2086500" cy="1188600"/>
          </a:xfrm>
          <a:prstGeom prst="rect">
            <a:avLst/>
          </a:prstGeom>
        </p:spPr>
        <p:txBody>
          <a:bodyPr anchorCtr="0" anchor="ctr" bIns="0" lIns="182875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●"/>
              <a:defRPr sz="55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○"/>
              <a:defRPr sz="55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5500"/>
              <a:buFont typeface="Gowun Batang"/>
              <a:buChar char="■"/>
              <a:defRPr sz="55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6" name="Google Shape;166;p19"/>
          <p:cNvSpPr txBox="1"/>
          <p:nvPr>
            <p:ph idx="23" type="subTitle"/>
          </p:nvPr>
        </p:nvSpPr>
        <p:spPr>
          <a:xfrm>
            <a:off x="4684800" y="1002050"/>
            <a:ext cx="2086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7" name="Google Shape;167;p19"/>
          <p:cNvSpPr txBox="1"/>
          <p:nvPr>
            <p:ph idx="24" type="subTitle"/>
          </p:nvPr>
        </p:nvSpPr>
        <p:spPr>
          <a:xfrm>
            <a:off x="4684871" y="1186850"/>
            <a:ext cx="2086500" cy="4803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8" name="Google Shape;168;p19"/>
          <p:cNvSpPr txBox="1"/>
          <p:nvPr>
            <p:ph idx="25" type="subTitle"/>
          </p:nvPr>
        </p:nvSpPr>
        <p:spPr>
          <a:xfrm>
            <a:off x="4684875" y="3088650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69" name="Google Shape;169;p19"/>
          <p:cNvSpPr txBox="1"/>
          <p:nvPr>
            <p:ph idx="26" type="subTitle"/>
          </p:nvPr>
        </p:nvSpPr>
        <p:spPr>
          <a:xfrm>
            <a:off x="4684875" y="4079075"/>
            <a:ext cx="2086500" cy="2430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 SemiBold"/>
              <a:buNone/>
              <a:defRPr sz="10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70" name="Google Shape;170;p19"/>
          <p:cNvSpPr txBox="1"/>
          <p:nvPr>
            <p:ph idx="27" type="body"/>
          </p:nvPr>
        </p:nvSpPr>
        <p:spPr>
          <a:xfrm>
            <a:off x="4684800" y="4385550"/>
            <a:ext cx="2086500" cy="6096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1pPr>
            <a:lvl2pPr indent="-292100" lvl="1" marL="914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2pPr>
            <a:lvl3pPr indent="-292100" lvl="2" marL="1371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3pPr>
            <a:lvl4pPr indent="-292100" lvl="3" marL="18288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4pPr>
            <a:lvl5pPr indent="-292100" lvl="4" marL="22860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5pPr>
            <a:lvl6pPr indent="-292100" lvl="5" marL="27432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6pPr>
            <a:lvl7pPr indent="-292100" lvl="6" marL="32004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●"/>
              <a:defRPr sz="1000">
                <a:solidFill>
                  <a:schemeClr val="dk2"/>
                </a:solidFill>
              </a:defRPr>
            </a:lvl7pPr>
            <a:lvl8pPr indent="-292100" lvl="7" marL="3657600">
              <a:lnSpc>
                <a:spcPct val="105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Inter"/>
              <a:buChar char="○"/>
              <a:defRPr sz="1000">
                <a:solidFill>
                  <a:schemeClr val="dk2"/>
                </a:solidFill>
              </a:defRPr>
            </a:lvl8pPr>
            <a:lvl9pPr indent="-292100" lvl="8" marL="4114800">
              <a:lnSpc>
                <a:spcPct val="105000"/>
              </a:lnSpc>
              <a:spcBef>
                <a:spcPts val="800"/>
              </a:spcBef>
              <a:spcAft>
                <a:spcPts val="800"/>
              </a:spcAft>
              <a:buClr>
                <a:schemeClr val="dk2"/>
              </a:buClr>
              <a:buSzPts val="1000"/>
              <a:buFont typeface="Inter"/>
              <a:buChar char="■"/>
              <a:defRPr sz="10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YoY Revenew Growth - ALT 1">
  <p:cSld name="BLANK_1_1_1_1_1_1_1_1_2_1_1">
    <p:bg>
      <p:bgPr>
        <a:solidFill>
          <a:schemeClr val="lt2"/>
        </a:solidFill>
      </p:bgPr>
    </p:bg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0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3" name="Google Shape;173;p2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4" name="Google Shape;174;p20"/>
          <p:cNvSpPr/>
          <p:nvPr/>
        </p:nvSpPr>
        <p:spPr>
          <a:xfrm>
            <a:off x="802750" y="1006925"/>
            <a:ext cx="197400" cy="19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5" name="Google Shape;175;p20"/>
          <p:cNvSpPr/>
          <p:nvPr/>
        </p:nvSpPr>
        <p:spPr>
          <a:xfrm>
            <a:off x="2077650" y="1006925"/>
            <a:ext cx="197400" cy="19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176" name="Google Shape;176;p20"/>
          <p:cNvSpPr txBox="1"/>
          <p:nvPr>
            <p:ph type="title"/>
          </p:nvPr>
        </p:nvSpPr>
        <p:spPr>
          <a:xfrm flipH="1">
            <a:off x="524150" y="334900"/>
            <a:ext cx="6248700" cy="506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77" name="Google Shape;177;p20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8" name="Google Shape;178;p2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79" name="Google Shape;179;p20"/>
          <p:cNvSpPr txBox="1"/>
          <p:nvPr>
            <p:ph idx="4" type="body"/>
          </p:nvPr>
        </p:nvSpPr>
        <p:spPr>
          <a:xfrm>
            <a:off x="6773750" y="1354750"/>
            <a:ext cx="1848900" cy="28836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80" name="Google Shape;180;p20"/>
          <p:cNvSpPr txBox="1"/>
          <p:nvPr>
            <p:ph idx="5"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81" name="Google Shape;181;p20"/>
          <p:cNvSpPr txBox="1"/>
          <p:nvPr>
            <p:ph idx="6" type="subTitle"/>
          </p:nvPr>
        </p:nvSpPr>
        <p:spPr>
          <a:xfrm>
            <a:off x="10001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20"/>
          <p:cNvSpPr txBox="1"/>
          <p:nvPr>
            <p:ph idx="7" type="subTitle"/>
          </p:nvPr>
        </p:nvSpPr>
        <p:spPr>
          <a:xfrm>
            <a:off x="2275050" y="1006925"/>
            <a:ext cx="1077600" cy="19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20"/>
          <p:cNvSpPr txBox="1"/>
          <p:nvPr>
            <p:ph idx="8" type="title"/>
          </p:nvPr>
        </p:nvSpPr>
        <p:spPr>
          <a:xfrm>
            <a:off x="772850" y="14820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4" name="Google Shape;184;p20"/>
          <p:cNvSpPr txBox="1"/>
          <p:nvPr>
            <p:ph idx="9" type="title"/>
          </p:nvPr>
        </p:nvSpPr>
        <p:spPr>
          <a:xfrm>
            <a:off x="772850" y="20587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5" name="Google Shape;185;p20"/>
          <p:cNvSpPr txBox="1"/>
          <p:nvPr>
            <p:ph idx="13" type="title"/>
          </p:nvPr>
        </p:nvSpPr>
        <p:spPr>
          <a:xfrm>
            <a:off x="772850" y="26353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6" name="Google Shape;186;p20"/>
          <p:cNvSpPr txBox="1"/>
          <p:nvPr>
            <p:ph idx="14" type="title"/>
          </p:nvPr>
        </p:nvSpPr>
        <p:spPr>
          <a:xfrm>
            <a:off x="772850" y="32120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7" name="Google Shape;187;p20"/>
          <p:cNvSpPr txBox="1"/>
          <p:nvPr>
            <p:ph idx="15" type="title"/>
          </p:nvPr>
        </p:nvSpPr>
        <p:spPr>
          <a:xfrm>
            <a:off x="772850" y="378867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8" name="Google Shape;188;p20"/>
          <p:cNvSpPr txBox="1"/>
          <p:nvPr>
            <p:ph idx="16" type="title"/>
          </p:nvPr>
        </p:nvSpPr>
        <p:spPr>
          <a:xfrm>
            <a:off x="772850" y="4365325"/>
            <a:ext cx="479700" cy="123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89" name="Google Shape;189;p20"/>
          <p:cNvSpPr txBox="1"/>
          <p:nvPr>
            <p:ph idx="17" type="subTitle"/>
          </p:nvPr>
        </p:nvSpPr>
        <p:spPr>
          <a:xfrm>
            <a:off x="12524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90" name="Google Shape;190;p2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20"/>
          <p:cNvSpPr txBox="1"/>
          <p:nvPr>
            <p:ph idx="18" type="subTitle"/>
          </p:nvPr>
        </p:nvSpPr>
        <p:spPr>
          <a:xfrm>
            <a:off x="19273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2" name="Google Shape;192;p20"/>
          <p:cNvSpPr txBox="1"/>
          <p:nvPr>
            <p:ph idx="19" type="subTitle"/>
          </p:nvPr>
        </p:nvSpPr>
        <p:spPr>
          <a:xfrm>
            <a:off x="2602225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3" name="Google Shape;193;p20"/>
          <p:cNvSpPr txBox="1"/>
          <p:nvPr>
            <p:ph idx="20" type="subTitle"/>
          </p:nvPr>
        </p:nvSpPr>
        <p:spPr>
          <a:xfrm>
            <a:off x="329706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4" name="Google Shape;194;p20"/>
          <p:cNvSpPr txBox="1"/>
          <p:nvPr>
            <p:ph idx="21" type="subTitle"/>
          </p:nvPr>
        </p:nvSpPr>
        <p:spPr>
          <a:xfrm>
            <a:off x="400183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5" name="Google Shape;195;p20"/>
          <p:cNvSpPr txBox="1"/>
          <p:nvPr>
            <p:ph idx="22" type="subTitle"/>
          </p:nvPr>
        </p:nvSpPr>
        <p:spPr>
          <a:xfrm>
            <a:off x="4711450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6" name="Google Shape;196;p20"/>
          <p:cNvSpPr txBox="1"/>
          <p:nvPr>
            <p:ph idx="23" type="subTitle"/>
          </p:nvPr>
        </p:nvSpPr>
        <p:spPr>
          <a:xfrm>
            <a:off x="5421113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97" name="Google Shape;197;p20"/>
          <p:cNvSpPr txBox="1"/>
          <p:nvPr>
            <p:ph idx="24" type="subTitle"/>
          </p:nvPr>
        </p:nvSpPr>
        <p:spPr>
          <a:xfrm>
            <a:off x="6130788" y="4721850"/>
            <a:ext cx="388200" cy="123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ncial Highlights">
  <p:cSld name="BLANK_1_1_1_1_1_1_1_3_1">
    <p:bg>
      <p:bgPr>
        <a:solidFill>
          <a:schemeClr val="lt2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1"/>
          <p:cNvSpPr txBox="1"/>
          <p:nvPr>
            <p:ph idx="1" type="body"/>
          </p:nvPr>
        </p:nvSpPr>
        <p:spPr>
          <a:xfrm>
            <a:off x="5810300" y="1307625"/>
            <a:ext cx="2812500" cy="2065800"/>
          </a:xfrm>
          <a:prstGeom prst="rect">
            <a:avLst/>
          </a:prstGeom>
        </p:spPr>
        <p:txBody>
          <a:bodyPr anchorCtr="0" anchor="t" bIns="182875" lIns="182875" spcFirstLastPara="1" rIns="182875" wrap="square" tIns="27430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●"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Char char="○"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Char char="■"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0" name="Google Shape;200;p21"/>
          <p:cNvSpPr txBox="1"/>
          <p:nvPr>
            <p:ph type="title"/>
          </p:nvPr>
        </p:nvSpPr>
        <p:spPr>
          <a:xfrm>
            <a:off x="520900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01" name="Google Shape;201;p21"/>
          <p:cNvSpPr txBox="1"/>
          <p:nvPr>
            <p:ph idx="2" type="title"/>
          </p:nvPr>
        </p:nvSpPr>
        <p:spPr>
          <a:xfrm>
            <a:off x="520900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2" name="Google Shape;202;p21"/>
          <p:cNvSpPr txBox="1"/>
          <p:nvPr>
            <p:ph idx="3" type="subTitle"/>
          </p:nvPr>
        </p:nvSpPr>
        <p:spPr>
          <a:xfrm>
            <a:off x="520900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3" name="Google Shape;203;p21"/>
          <p:cNvSpPr txBox="1"/>
          <p:nvPr>
            <p:ph idx="4" type="title"/>
          </p:nvPr>
        </p:nvSpPr>
        <p:spPr>
          <a:xfrm>
            <a:off x="520900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4" name="Google Shape;204;p21"/>
          <p:cNvSpPr txBox="1"/>
          <p:nvPr>
            <p:ph idx="5" type="title"/>
          </p:nvPr>
        </p:nvSpPr>
        <p:spPr>
          <a:xfrm>
            <a:off x="3167188" y="1748175"/>
            <a:ext cx="2377800" cy="926100"/>
          </a:xfrm>
          <a:prstGeom prst="rect">
            <a:avLst/>
          </a:prstGeom>
        </p:spPr>
        <p:txBody>
          <a:bodyPr anchorCtr="0" anchor="ctr" bIns="91425" lIns="2286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None/>
              <a:defRPr sz="5500"/>
            </a:lvl9pPr>
          </a:lstStyle>
          <a:p/>
        </p:txBody>
      </p:sp>
      <p:sp>
        <p:nvSpPr>
          <p:cNvPr id="205" name="Google Shape;205;p21"/>
          <p:cNvSpPr txBox="1"/>
          <p:nvPr>
            <p:ph idx="6" type="title"/>
          </p:nvPr>
        </p:nvSpPr>
        <p:spPr>
          <a:xfrm>
            <a:off x="3167188" y="2674400"/>
            <a:ext cx="2377800" cy="3351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06" name="Google Shape;206;p21"/>
          <p:cNvSpPr txBox="1"/>
          <p:nvPr>
            <p:ph idx="7" type="subTitle"/>
          </p:nvPr>
        </p:nvSpPr>
        <p:spPr>
          <a:xfrm>
            <a:off x="3167188" y="3009500"/>
            <a:ext cx="2377800" cy="279000"/>
          </a:xfrm>
          <a:prstGeom prst="rect">
            <a:avLst/>
          </a:prstGeom>
        </p:spPr>
        <p:txBody>
          <a:bodyPr anchorCtr="0" anchor="t" bIns="0" lIns="2286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lt2"/>
              </a:buClr>
              <a:buSzPts val="800"/>
              <a:buFont typeface="Inter Light"/>
              <a:buNone/>
              <a:defRPr sz="800">
                <a:solidFill>
                  <a:schemeClr val="lt2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7" name="Google Shape;207;p21"/>
          <p:cNvSpPr txBox="1"/>
          <p:nvPr>
            <p:ph idx="8" type="title"/>
          </p:nvPr>
        </p:nvSpPr>
        <p:spPr>
          <a:xfrm>
            <a:off x="3167188" y="1388975"/>
            <a:ext cx="2377800" cy="359400"/>
          </a:xfrm>
          <a:prstGeom prst="rect">
            <a:avLst/>
          </a:prstGeom>
        </p:spPr>
        <p:txBody>
          <a:bodyPr anchorCtr="0" anchor="b" bIns="91425" lIns="2286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208" name="Google Shape;208;p21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09" name="Google Shape;209;p21"/>
          <p:cNvSpPr txBox="1"/>
          <p:nvPr>
            <p:ph idx="13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10" name="Google Shape;210;p21"/>
          <p:cNvSpPr txBox="1"/>
          <p:nvPr>
            <p:ph idx="14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211" name="Google Shape;211;p2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2" name="Google Shape;212;p2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5" name="Google Shape;215;p21"/>
          <p:cNvSpPr txBox="1"/>
          <p:nvPr>
            <p:ph idx="1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16" name="Google Shape;216;p21"/>
          <p:cNvSpPr txBox="1"/>
          <p:nvPr>
            <p:ph idx="1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17" name="Google Shape;217;p21"/>
          <p:cNvCxnSpPr/>
          <p:nvPr/>
        </p:nvCxnSpPr>
        <p:spPr>
          <a:xfrm>
            <a:off x="8622700" y="334925"/>
            <a:ext cx="0" cy="4814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18" name="Google Shape;218;p21"/>
          <p:cNvSpPr txBox="1"/>
          <p:nvPr>
            <p:ph idx="17" type="title"/>
          </p:nvPr>
        </p:nvSpPr>
        <p:spPr>
          <a:xfrm>
            <a:off x="520900" y="3466625"/>
            <a:ext cx="1848600" cy="2790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19" name="Google Shape;219;p21"/>
          <p:cNvSpPr txBox="1"/>
          <p:nvPr>
            <p:ph idx="18" type="subTitle"/>
          </p:nvPr>
        </p:nvSpPr>
        <p:spPr>
          <a:xfrm>
            <a:off x="524135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0" name="Google Shape;220;p21"/>
          <p:cNvSpPr txBox="1"/>
          <p:nvPr>
            <p:ph idx="19" type="title"/>
          </p:nvPr>
        </p:nvSpPr>
        <p:spPr>
          <a:xfrm>
            <a:off x="520900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1" name="Google Shape;221;p21"/>
          <p:cNvSpPr txBox="1"/>
          <p:nvPr>
            <p:ph idx="20" type="subTitle"/>
          </p:nvPr>
        </p:nvSpPr>
        <p:spPr>
          <a:xfrm>
            <a:off x="2374473" y="4213926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2" name="Google Shape;222;p21"/>
          <p:cNvSpPr txBox="1"/>
          <p:nvPr>
            <p:ph idx="21" type="title"/>
          </p:nvPr>
        </p:nvSpPr>
        <p:spPr>
          <a:xfrm>
            <a:off x="2371238" y="3745642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22" type="subTitle"/>
          </p:nvPr>
        </p:nvSpPr>
        <p:spPr>
          <a:xfrm>
            <a:off x="4225138" y="4213928"/>
            <a:ext cx="1764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80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800"/>
              </a:spcBef>
              <a:spcAft>
                <a:spcPts val="80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4" name="Google Shape;224;p21"/>
          <p:cNvSpPr txBox="1"/>
          <p:nvPr>
            <p:ph idx="23" type="title"/>
          </p:nvPr>
        </p:nvSpPr>
        <p:spPr>
          <a:xfrm>
            <a:off x="4222050" y="3745650"/>
            <a:ext cx="1764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Inter"/>
              <a:buNone/>
              <a:defRPr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24" type="subTitle"/>
          </p:nvPr>
        </p:nvSpPr>
        <p:spPr>
          <a:xfrm>
            <a:off x="6772301" y="4214250"/>
            <a:ext cx="1848600" cy="2247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800"/>
              <a:buFont typeface="Inter SemiBold"/>
              <a:buNone/>
              <a:defRPr sz="8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25" type="title"/>
          </p:nvPr>
        </p:nvSpPr>
        <p:spPr>
          <a:xfrm>
            <a:off x="6772300" y="3745650"/>
            <a:ext cx="1848600" cy="4686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Gowun Batang"/>
              <a:buNone/>
              <a:defRPr b="1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Inter"/>
              <a:buNone/>
              <a:defRPr b="1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perational Performance">
  <p:cSld name="BLANK_1_5_1">
    <p:bg>
      <p:bgPr>
        <a:solidFill>
          <a:schemeClr val="lt1"/>
        </a:solidFill>
      </p:bgPr>
    </p:bg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2"/>
          <p:cNvSpPr txBox="1"/>
          <p:nvPr>
            <p:ph type="title"/>
          </p:nvPr>
        </p:nvSpPr>
        <p:spPr>
          <a:xfrm>
            <a:off x="4675375" y="337597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29" name="Google Shape;229;p22"/>
          <p:cNvSpPr txBox="1"/>
          <p:nvPr>
            <p:ph idx="2" type="title"/>
          </p:nvPr>
        </p:nvSpPr>
        <p:spPr>
          <a:xfrm>
            <a:off x="34292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b="1"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b="1"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b="1"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0" name="Google Shape;230;p22"/>
          <p:cNvSpPr txBox="1"/>
          <p:nvPr>
            <p:ph idx="3" type="title"/>
          </p:nvPr>
        </p:nvSpPr>
        <p:spPr>
          <a:xfrm>
            <a:off x="4675375" y="1475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1" name="Google Shape;231;p22"/>
          <p:cNvSpPr txBox="1"/>
          <p:nvPr>
            <p:ph idx="4" type="title"/>
          </p:nvPr>
        </p:nvSpPr>
        <p:spPr>
          <a:xfrm>
            <a:off x="4675375" y="2107788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2" name="Google Shape;232;p22"/>
          <p:cNvSpPr txBox="1"/>
          <p:nvPr>
            <p:ph idx="5" type="title"/>
          </p:nvPr>
        </p:nvSpPr>
        <p:spPr>
          <a:xfrm>
            <a:off x="4675375" y="2740325"/>
            <a:ext cx="10560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6" type="title"/>
          </p:nvPr>
        </p:nvSpPr>
        <p:spPr>
          <a:xfrm>
            <a:off x="4675375" y="4007325"/>
            <a:ext cx="10560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b="1"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4" name="Google Shape;234;p22"/>
          <p:cNvSpPr txBox="1"/>
          <p:nvPr>
            <p:ph idx="7" type="title"/>
          </p:nvPr>
        </p:nvSpPr>
        <p:spPr>
          <a:xfrm>
            <a:off x="34292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8" type="title"/>
          </p:nvPr>
        </p:nvSpPr>
        <p:spPr>
          <a:xfrm>
            <a:off x="34292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6" name="Google Shape;236;p22"/>
          <p:cNvSpPr txBox="1"/>
          <p:nvPr>
            <p:ph idx="9" type="title"/>
          </p:nvPr>
        </p:nvSpPr>
        <p:spPr>
          <a:xfrm>
            <a:off x="34292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13" type="title"/>
          </p:nvPr>
        </p:nvSpPr>
        <p:spPr>
          <a:xfrm>
            <a:off x="34292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8" name="Google Shape;238;p22"/>
          <p:cNvSpPr txBox="1"/>
          <p:nvPr>
            <p:ph idx="14" type="title"/>
          </p:nvPr>
        </p:nvSpPr>
        <p:spPr>
          <a:xfrm>
            <a:off x="2184152" y="147532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15" type="title"/>
          </p:nvPr>
        </p:nvSpPr>
        <p:spPr>
          <a:xfrm>
            <a:off x="2184152" y="21072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0" name="Google Shape;240;p22"/>
          <p:cNvSpPr txBox="1"/>
          <p:nvPr>
            <p:ph idx="16" type="title"/>
          </p:nvPr>
        </p:nvSpPr>
        <p:spPr>
          <a:xfrm>
            <a:off x="2184152" y="2742250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1" name="Google Shape;241;p22"/>
          <p:cNvSpPr txBox="1"/>
          <p:nvPr>
            <p:ph idx="17" type="title"/>
          </p:nvPr>
        </p:nvSpPr>
        <p:spPr>
          <a:xfrm>
            <a:off x="2184175" y="33759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2" name="Google Shape;242;p22"/>
          <p:cNvSpPr txBox="1"/>
          <p:nvPr>
            <p:ph idx="18" type="title"/>
          </p:nvPr>
        </p:nvSpPr>
        <p:spPr>
          <a:xfrm>
            <a:off x="2184150" y="4008675"/>
            <a:ext cx="1244100" cy="6093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●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○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"/>
              <a:buChar char="■"/>
              <a:defRPr sz="10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43" name="Google Shape;243;p22"/>
          <p:cNvSpPr txBox="1"/>
          <p:nvPr>
            <p:ph idx="19" type="title"/>
          </p:nvPr>
        </p:nvSpPr>
        <p:spPr>
          <a:xfrm>
            <a:off x="522075" y="33755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4" name="Google Shape;244;p22"/>
          <p:cNvSpPr txBox="1"/>
          <p:nvPr>
            <p:ph idx="20" type="title"/>
          </p:nvPr>
        </p:nvSpPr>
        <p:spPr>
          <a:xfrm>
            <a:off x="21831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5" name="Google Shape;245;p22"/>
          <p:cNvSpPr txBox="1"/>
          <p:nvPr>
            <p:ph idx="21" type="title"/>
          </p:nvPr>
        </p:nvSpPr>
        <p:spPr>
          <a:xfrm>
            <a:off x="3429275" y="841675"/>
            <a:ext cx="1244100" cy="6321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6" name="Google Shape;246;p22"/>
          <p:cNvSpPr txBox="1"/>
          <p:nvPr>
            <p:ph idx="22" type="title"/>
          </p:nvPr>
        </p:nvSpPr>
        <p:spPr>
          <a:xfrm>
            <a:off x="522075" y="1474600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7" name="Google Shape;247;p22"/>
          <p:cNvSpPr txBox="1"/>
          <p:nvPr>
            <p:ph idx="23" type="title"/>
          </p:nvPr>
        </p:nvSpPr>
        <p:spPr>
          <a:xfrm>
            <a:off x="522075" y="210856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8" name="Google Shape;248;p22"/>
          <p:cNvSpPr txBox="1"/>
          <p:nvPr>
            <p:ph idx="24" type="title"/>
          </p:nvPr>
        </p:nvSpPr>
        <p:spPr>
          <a:xfrm>
            <a:off x="522075" y="2740413"/>
            <a:ext cx="1661100" cy="6321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49" name="Google Shape;249;p22"/>
          <p:cNvSpPr txBox="1"/>
          <p:nvPr>
            <p:ph idx="25" type="title"/>
          </p:nvPr>
        </p:nvSpPr>
        <p:spPr>
          <a:xfrm>
            <a:off x="522075" y="4005674"/>
            <a:ext cx="1661100" cy="609300"/>
          </a:xfrm>
          <a:prstGeom prst="rect">
            <a:avLst/>
          </a:prstGeom>
        </p:spPr>
        <p:txBody>
          <a:bodyPr anchorCtr="0" anchor="ctr" bIns="0" lIns="182875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50" name="Google Shape;250;p22"/>
          <p:cNvSpPr txBox="1"/>
          <p:nvPr>
            <p:ph idx="26" type="title"/>
          </p:nvPr>
        </p:nvSpPr>
        <p:spPr>
          <a:xfrm>
            <a:off x="5731300" y="147500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1" name="Google Shape;251;p22"/>
          <p:cNvSpPr txBox="1"/>
          <p:nvPr>
            <p:ph idx="27" type="title"/>
          </p:nvPr>
        </p:nvSpPr>
        <p:spPr>
          <a:xfrm>
            <a:off x="5731300" y="2107788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2" name="Google Shape;252;p22"/>
          <p:cNvSpPr txBox="1"/>
          <p:nvPr>
            <p:ph idx="28" type="title"/>
          </p:nvPr>
        </p:nvSpPr>
        <p:spPr>
          <a:xfrm>
            <a:off x="5731300" y="2741150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3" name="Google Shape;253;p22"/>
          <p:cNvSpPr txBox="1"/>
          <p:nvPr>
            <p:ph idx="29" type="title"/>
          </p:nvPr>
        </p:nvSpPr>
        <p:spPr>
          <a:xfrm>
            <a:off x="5731300" y="4011450"/>
            <a:ext cx="2891400" cy="603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54" name="Google Shape;254;p2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5" name="Google Shape;255;p22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56" name="Google Shape;256;p22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257" name="Google Shape;257;p2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8" name="Google Shape;258;p2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59" name="Google Shape;259;p22"/>
          <p:cNvSpPr txBox="1"/>
          <p:nvPr>
            <p:ph idx="32" type="title"/>
          </p:nvPr>
        </p:nvSpPr>
        <p:spPr>
          <a:xfrm>
            <a:off x="5731300" y="3374175"/>
            <a:ext cx="2891400" cy="632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0" name="Google Shape;260;p22"/>
          <p:cNvSpPr txBox="1"/>
          <p:nvPr>
            <p:ph idx="33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1">
  <p:cSld name="BLANK_1_1_1_1_1_1_1_1_1_1"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3"/>
          <p:cNvSpPr txBox="1"/>
          <p:nvPr>
            <p:ph type="title"/>
          </p:nvPr>
        </p:nvSpPr>
        <p:spPr>
          <a:xfrm>
            <a:off x="521250" y="841675"/>
            <a:ext cx="1923300" cy="3842100"/>
          </a:xfrm>
          <a:prstGeom prst="rect">
            <a:avLst/>
          </a:prstGeom>
        </p:spPr>
        <p:txBody>
          <a:bodyPr anchorCtr="0" anchor="t" bIns="91425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2" type="title"/>
          </p:nvPr>
        </p:nvSpPr>
        <p:spPr>
          <a:xfrm>
            <a:off x="24451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3" type="title"/>
          </p:nvPr>
        </p:nvSpPr>
        <p:spPr>
          <a:xfrm>
            <a:off x="467860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4" type="title"/>
          </p:nvPr>
        </p:nvSpPr>
        <p:spPr>
          <a:xfrm>
            <a:off x="6912050" y="841675"/>
            <a:ext cx="2233200" cy="5697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1" type="body"/>
          </p:nvPr>
        </p:nvSpPr>
        <p:spPr>
          <a:xfrm>
            <a:off x="244490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67" name="Google Shape;267;p23"/>
          <p:cNvSpPr txBox="1"/>
          <p:nvPr>
            <p:ph idx="5" type="body"/>
          </p:nvPr>
        </p:nvSpPr>
        <p:spPr>
          <a:xfrm>
            <a:off x="6913250" y="1411425"/>
            <a:ext cx="2233200" cy="1091400"/>
          </a:xfrm>
          <a:prstGeom prst="rect">
            <a:avLst/>
          </a:prstGeom>
        </p:spPr>
        <p:txBody>
          <a:bodyPr anchorCtr="0" anchor="t" bIns="91425" lIns="182875" spcFirstLastPara="1" rIns="91425" wrap="square" tIns="18287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268" name="Google Shape;268;p23"/>
          <p:cNvSpPr txBox="1"/>
          <p:nvPr>
            <p:ph idx="6" type="title"/>
          </p:nvPr>
        </p:nvSpPr>
        <p:spPr>
          <a:xfrm>
            <a:off x="75834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69" name="Google Shape;269;p23"/>
          <p:cNvSpPr txBox="1"/>
          <p:nvPr>
            <p:ph idx="7" type="subTitle"/>
          </p:nvPr>
        </p:nvSpPr>
        <p:spPr>
          <a:xfrm>
            <a:off x="69122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0" name="Google Shape;270;p23"/>
          <p:cNvSpPr txBox="1"/>
          <p:nvPr>
            <p:ph idx="8" type="subTitle"/>
          </p:nvPr>
        </p:nvSpPr>
        <p:spPr>
          <a:xfrm>
            <a:off x="69122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1" name="Google Shape;271;p23"/>
          <p:cNvSpPr txBox="1"/>
          <p:nvPr>
            <p:ph idx="9" type="subTitle"/>
          </p:nvPr>
        </p:nvSpPr>
        <p:spPr>
          <a:xfrm>
            <a:off x="69122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2" name="Google Shape;272;p23"/>
          <p:cNvSpPr txBox="1"/>
          <p:nvPr>
            <p:ph idx="13" type="title"/>
          </p:nvPr>
        </p:nvSpPr>
        <p:spPr>
          <a:xfrm>
            <a:off x="75834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3" name="Google Shape;273;p23"/>
          <p:cNvSpPr txBox="1"/>
          <p:nvPr>
            <p:ph idx="14" type="title"/>
          </p:nvPr>
        </p:nvSpPr>
        <p:spPr>
          <a:xfrm>
            <a:off x="75834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4" name="Google Shape;274;p23"/>
          <p:cNvSpPr txBox="1"/>
          <p:nvPr>
            <p:ph idx="15" type="title"/>
          </p:nvPr>
        </p:nvSpPr>
        <p:spPr>
          <a:xfrm>
            <a:off x="85350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5" name="Google Shape;275;p23"/>
          <p:cNvSpPr txBox="1"/>
          <p:nvPr>
            <p:ph idx="16" type="title"/>
          </p:nvPr>
        </p:nvSpPr>
        <p:spPr>
          <a:xfrm>
            <a:off x="85350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6" name="Google Shape;276;p23"/>
          <p:cNvSpPr txBox="1"/>
          <p:nvPr>
            <p:ph idx="17" type="title"/>
          </p:nvPr>
        </p:nvSpPr>
        <p:spPr>
          <a:xfrm>
            <a:off x="85350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77" name="Google Shape;277;p23"/>
          <p:cNvSpPr txBox="1"/>
          <p:nvPr>
            <p:ph idx="18" type="title"/>
          </p:nvPr>
        </p:nvSpPr>
        <p:spPr>
          <a:xfrm>
            <a:off x="5349963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8" name="Google Shape;278;p23"/>
          <p:cNvSpPr txBox="1"/>
          <p:nvPr>
            <p:ph idx="19" type="subTitle"/>
          </p:nvPr>
        </p:nvSpPr>
        <p:spPr>
          <a:xfrm>
            <a:off x="4678788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79" name="Google Shape;279;p23"/>
          <p:cNvSpPr txBox="1"/>
          <p:nvPr>
            <p:ph idx="20" type="subTitle"/>
          </p:nvPr>
        </p:nvSpPr>
        <p:spPr>
          <a:xfrm>
            <a:off x="4678788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0" name="Google Shape;280;p23"/>
          <p:cNvSpPr txBox="1"/>
          <p:nvPr>
            <p:ph idx="21" type="subTitle"/>
          </p:nvPr>
        </p:nvSpPr>
        <p:spPr>
          <a:xfrm>
            <a:off x="4678788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1" name="Google Shape;281;p23"/>
          <p:cNvSpPr txBox="1"/>
          <p:nvPr>
            <p:ph idx="22" type="title"/>
          </p:nvPr>
        </p:nvSpPr>
        <p:spPr>
          <a:xfrm>
            <a:off x="5349963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2" name="Google Shape;282;p23"/>
          <p:cNvSpPr txBox="1"/>
          <p:nvPr>
            <p:ph idx="23" type="title"/>
          </p:nvPr>
        </p:nvSpPr>
        <p:spPr>
          <a:xfrm>
            <a:off x="5349963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●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○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Char char="■"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3" name="Google Shape;283;p23"/>
          <p:cNvSpPr txBox="1"/>
          <p:nvPr>
            <p:ph idx="24" type="title"/>
          </p:nvPr>
        </p:nvSpPr>
        <p:spPr>
          <a:xfrm>
            <a:off x="3112275" y="43484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4" name="Google Shape;284;p23"/>
          <p:cNvSpPr txBox="1"/>
          <p:nvPr>
            <p:ph idx="25" type="subTitle"/>
          </p:nvPr>
        </p:nvSpPr>
        <p:spPr>
          <a:xfrm>
            <a:off x="2441100" y="26788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5" name="Google Shape;285;p23"/>
          <p:cNvSpPr txBox="1"/>
          <p:nvPr>
            <p:ph idx="26" type="subTitle"/>
          </p:nvPr>
        </p:nvSpPr>
        <p:spPr>
          <a:xfrm>
            <a:off x="2441100" y="334837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6" name="Google Shape;286;p23"/>
          <p:cNvSpPr txBox="1"/>
          <p:nvPr>
            <p:ph idx="27" type="subTitle"/>
          </p:nvPr>
        </p:nvSpPr>
        <p:spPr>
          <a:xfrm>
            <a:off x="2441100" y="4016025"/>
            <a:ext cx="1427100" cy="3327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7" name="Google Shape;287;p23"/>
          <p:cNvSpPr txBox="1"/>
          <p:nvPr>
            <p:ph idx="28" type="title"/>
          </p:nvPr>
        </p:nvSpPr>
        <p:spPr>
          <a:xfrm>
            <a:off x="3112275" y="3680400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88" name="Google Shape;288;p23"/>
          <p:cNvSpPr txBox="1"/>
          <p:nvPr/>
        </p:nvSpPr>
        <p:spPr>
          <a:xfrm>
            <a:off x="5762125" y="3346325"/>
            <a:ext cx="611100" cy="3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18287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" sz="1000">
                <a:solidFill>
                  <a:schemeClr val="lt2"/>
                </a:solidFill>
                <a:latin typeface="Inter Medium"/>
                <a:ea typeface="Inter Medium"/>
                <a:cs typeface="Inter Medium"/>
                <a:sym typeface="Inter Medium"/>
              </a:rPr>
              <a:t>00%</a:t>
            </a:r>
            <a:endParaRPr sz="1000">
              <a:solidFill>
                <a:schemeClr val="lt2"/>
              </a:solidFill>
              <a:latin typeface="Inter Medium"/>
              <a:ea typeface="Inter Medium"/>
              <a:cs typeface="Inter Medium"/>
              <a:sym typeface="Inter Medium"/>
            </a:endParaRPr>
          </a:p>
        </p:txBody>
      </p:sp>
      <p:sp>
        <p:nvSpPr>
          <p:cNvPr id="289" name="Google Shape;289;p23"/>
          <p:cNvSpPr txBox="1"/>
          <p:nvPr>
            <p:ph idx="2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0" name="Google Shape;290;p23"/>
          <p:cNvSpPr txBox="1"/>
          <p:nvPr>
            <p:ph idx="30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291" name="Google Shape;291;p23"/>
          <p:cNvSpPr txBox="1"/>
          <p:nvPr>
            <p:ph idx="31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292" name="Google Shape;292;p2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3" name="Google Shape;293;p2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4" name="Google Shape;294;p23"/>
          <p:cNvSpPr txBox="1"/>
          <p:nvPr>
            <p:ph idx="32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5" name="Google Shape;295;p23"/>
          <p:cNvSpPr txBox="1"/>
          <p:nvPr>
            <p:ph idx="33" type="title"/>
          </p:nvPr>
        </p:nvSpPr>
        <p:spPr>
          <a:xfrm>
            <a:off x="3112275" y="301227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296" name="Google Shape;296;p23"/>
          <p:cNvSpPr txBox="1"/>
          <p:nvPr>
            <p:ph idx="34" type="title"/>
          </p:nvPr>
        </p:nvSpPr>
        <p:spPr>
          <a:xfrm>
            <a:off x="4067600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7" name="Google Shape;297;p23"/>
          <p:cNvSpPr txBox="1"/>
          <p:nvPr>
            <p:ph idx="35" type="title"/>
          </p:nvPr>
        </p:nvSpPr>
        <p:spPr>
          <a:xfrm>
            <a:off x="4067600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8" name="Google Shape;298;p23"/>
          <p:cNvSpPr txBox="1"/>
          <p:nvPr>
            <p:ph idx="36" type="title"/>
          </p:nvPr>
        </p:nvSpPr>
        <p:spPr>
          <a:xfrm>
            <a:off x="4067600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299" name="Google Shape;299;p23"/>
          <p:cNvSpPr txBox="1"/>
          <p:nvPr>
            <p:ph idx="37" type="title"/>
          </p:nvPr>
        </p:nvSpPr>
        <p:spPr>
          <a:xfrm>
            <a:off x="6301575" y="26771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0" name="Google Shape;300;p23"/>
          <p:cNvSpPr txBox="1"/>
          <p:nvPr>
            <p:ph idx="38" type="title"/>
          </p:nvPr>
        </p:nvSpPr>
        <p:spPr>
          <a:xfrm>
            <a:off x="6301575" y="3348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01" name="Google Shape;301;p23"/>
          <p:cNvSpPr txBox="1"/>
          <p:nvPr>
            <p:ph idx="39" type="title"/>
          </p:nvPr>
        </p:nvSpPr>
        <p:spPr>
          <a:xfrm>
            <a:off x="6301575" y="4013325"/>
            <a:ext cx="6111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>
                <a:latin typeface="Inter"/>
                <a:ea typeface="Inter"/>
                <a:cs typeface="Inter"/>
                <a:sym typeface="Inter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>
                <a:latin typeface="Inter"/>
                <a:ea typeface="Inter"/>
                <a:cs typeface="Inter"/>
                <a:sym typeface="Inter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oject status">
  <p:cSld name="BLANK_1_1_1_1_1_1_1_2_2">
    <p:bg>
      <p:bgPr>
        <a:solidFill>
          <a:schemeClr val="dk2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4" name="Google Shape;304;p24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05" name="Google Shape;305;p2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6" name="Google Shape;306;p2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7" name="Google Shape;307;p24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8" name="Google Shape;308;p2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09" name="Google Shape;309;p24"/>
          <p:cNvSpPr txBox="1"/>
          <p:nvPr>
            <p:ph idx="4" type="subTitle"/>
          </p:nvPr>
        </p:nvSpPr>
        <p:spPr>
          <a:xfrm>
            <a:off x="13035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0" name="Google Shape;310;p24"/>
          <p:cNvSpPr txBox="1"/>
          <p:nvPr>
            <p:ph idx="5" type="subTitle"/>
          </p:nvPr>
        </p:nvSpPr>
        <p:spPr>
          <a:xfrm>
            <a:off x="5223450" y="1309275"/>
            <a:ext cx="2607000" cy="417000"/>
          </a:xfrm>
          <a:prstGeom prst="rect">
            <a:avLst/>
          </a:prstGeom>
        </p:spPr>
        <p:txBody>
          <a:bodyPr anchorCtr="0" anchor="t" bIns="91425" lIns="0" spcFirstLastPara="1" rIns="457200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500"/>
              <a:buNone/>
              <a:defRPr sz="1500">
                <a:solidFill>
                  <a:schemeClr val="accent3"/>
                </a:solidFill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11" name="Google Shape;311;p24"/>
          <p:cNvSpPr txBox="1"/>
          <p:nvPr>
            <p:ph idx="6" type="subTitle"/>
          </p:nvPr>
        </p:nvSpPr>
        <p:spPr>
          <a:xfrm>
            <a:off x="1285875" y="335560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2" name="Google Shape;312;p24"/>
          <p:cNvSpPr txBox="1"/>
          <p:nvPr>
            <p:ph idx="7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13" name="Google Shape;313;p24"/>
          <p:cNvSpPr txBox="1"/>
          <p:nvPr>
            <p:ph idx="8" type="subTitle"/>
          </p:nvPr>
        </p:nvSpPr>
        <p:spPr>
          <a:xfrm>
            <a:off x="1285875" y="369023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4" name="Google Shape;314;p24"/>
          <p:cNvSpPr txBox="1"/>
          <p:nvPr>
            <p:ph idx="9" type="subTitle"/>
          </p:nvPr>
        </p:nvSpPr>
        <p:spPr>
          <a:xfrm>
            <a:off x="1285875" y="4029388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5" name="Google Shape;315;p24"/>
          <p:cNvSpPr txBox="1"/>
          <p:nvPr>
            <p:ph idx="13" type="subTitle"/>
          </p:nvPr>
        </p:nvSpPr>
        <p:spPr>
          <a:xfrm>
            <a:off x="1285875" y="4368550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16" name="Google Shape;316;p24"/>
          <p:cNvSpPr txBox="1"/>
          <p:nvPr>
            <p:ph idx="14" type="subTitle"/>
          </p:nvPr>
        </p:nvSpPr>
        <p:spPr>
          <a:xfrm>
            <a:off x="34157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7" name="Google Shape;317;p24"/>
          <p:cNvSpPr txBox="1"/>
          <p:nvPr>
            <p:ph idx="15" type="subTitle"/>
          </p:nvPr>
        </p:nvSpPr>
        <p:spPr>
          <a:xfrm>
            <a:off x="34157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8" name="Google Shape;318;p24"/>
          <p:cNvSpPr txBox="1"/>
          <p:nvPr>
            <p:ph idx="16" type="subTitle"/>
          </p:nvPr>
        </p:nvSpPr>
        <p:spPr>
          <a:xfrm>
            <a:off x="34157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19" name="Google Shape;319;p24"/>
          <p:cNvSpPr txBox="1"/>
          <p:nvPr>
            <p:ph idx="17" type="subTitle"/>
          </p:nvPr>
        </p:nvSpPr>
        <p:spPr>
          <a:xfrm>
            <a:off x="34157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0" name="Google Shape;320;p24"/>
          <p:cNvSpPr txBox="1"/>
          <p:nvPr>
            <p:ph idx="18" type="subTitle"/>
          </p:nvPr>
        </p:nvSpPr>
        <p:spPr>
          <a:xfrm>
            <a:off x="738300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1" name="Google Shape;321;p24"/>
          <p:cNvSpPr txBox="1"/>
          <p:nvPr>
            <p:ph idx="19" type="subTitle"/>
          </p:nvPr>
        </p:nvSpPr>
        <p:spPr>
          <a:xfrm>
            <a:off x="738300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2" name="Google Shape;322;p24"/>
          <p:cNvSpPr txBox="1"/>
          <p:nvPr>
            <p:ph idx="20" type="subTitle"/>
          </p:nvPr>
        </p:nvSpPr>
        <p:spPr>
          <a:xfrm>
            <a:off x="738300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3" name="Google Shape;323;p24"/>
          <p:cNvSpPr txBox="1"/>
          <p:nvPr>
            <p:ph idx="21" type="subTitle"/>
          </p:nvPr>
        </p:nvSpPr>
        <p:spPr>
          <a:xfrm>
            <a:off x="738300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800"/>
              </a:spcBef>
              <a:spcAft>
                <a:spcPts val="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800"/>
              </a:spcBef>
              <a:spcAft>
                <a:spcPts val="800"/>
              </a:spcAft>
              <a:buSzPts val="1200"/>
              <a:buFont typeface="Inter Light"/>
              <a:buNone/>
              <a:defRPr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24" name="Google Shape;324;p24"/>
          <p:cNvSpPr txBox="1"/>
          <p:nvPr>
            <p:ph idx="22" type="subTitle"/>
          </p:nvPr>
        </p:nvSpPr>
        <p:spPr>
          <a:xfrm>
            <a:off x="5223450" y="335357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5" name="Google Shape;325;p24"/>
          <p:cNvSpPr txBox="1"/>
          <p:nvPr>
            <p:ph idx="23" type="subTitle"/>
          </p:nvPr>
        </p:nvSpPr>
        <p:spPr>
          <a:xfrm>
            <a:off x="5223450" y="368821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6" name="Google Shape;326;p24"/>
          <p:cNvSpPr txBox="1"/>
          <p:nvPr>
            <p:ph idx="24" type="subTitle"/>
          </p:nvPr>
        </p:nvSpPr>
        <p:spPr>
          <a:xfrm>
            <a:off x="5223450" y="4027363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7" name="Google Shape;327;p24"/>
          <p:cNvSpPr txBox="1"/>
          <p:nvPr>
            <p:ph idx="25" type="subTitle"/>
          </p:nvPr>
        </p:nvSpPr>
        <p:spPr>
          <a:xfrm>
            <a:off x="5223450" y="4366525"/>
            <a:ext cx="1532400" cy="23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Medium"/>
              <a:buNone/>
              <a:defRPr sz="1000"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28" name="Google Shape;328;p24"/>
          <p:cNvSpPr txBox="1"/>
          <p:nvPr>
            <p:ph idx="26" type="body"/>
          </p:nvPr>
        </p:nvSpPr>
        <p:spPr>
          <a:xfrm>
            <a:off x="1285875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29" name="Google Shape;329;p24"/>
          <p:cNvSpPr txBox="1"/>
          <p:nvPr>
            <p:ph idx="27" type="body"/>
          </p:nvPr>
        </p:nvSpPr>
        <p:spPr>
          <a:xfrm>
            <a:off x="5223450" y="1826513"/>
            <a:ext cx="3289800" cy="953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821">
          <p15:clr>
            <a:srgbClr val="E46962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deadline">
  <p:cSld name="BLANK_1_1_1_1_1_1_1_2">
    <p:bg>
      <p:bgPr>
        <a:solidFill>
          <a:schemeClr val="lt2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p2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2" name="Google Shape;332;p25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cxnSp>
        <p:nvCxnSpPr>
          <p:cNvPr id="333" name="Google Shape;333;p2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4" name="Google Shape;334;p2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35" name="Google Shape;335;p25"/>
          <p:cNvSpPr txBox="1"/>
          <p:nvPr>
            <p:ph idx="2" type="subTitle"/>
          </p:nvPr>
        </p:nvSpPr>
        <p:spPr>
          <a:xfrm>
            <a:off x="10421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6" name="Google Shape;336;p25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37" name="Google Shape;337;p25"/>
          <p:cNvSpPr txBox="1"/>
          <p:nvPr>
            <p:ph idx="4" type="body"/>
          </p:nvPr>
        </p:nvSpPr>
        <p:spPr>
          <a:xfrm>
            <a:off x="1285875" y="1558900"/>
            <a:ext cx="2803800" cy="2499000"/>
          </a:xfrm>
          <a:prstGeom prst="rect">
            <a:avLst/>
          </a:prstGeom>
        </p:spPr>
        <p:txBody>
          <a:bodyPr anchorCtr="0" anchor="t" bIns="91425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38" name="Google Shape;338;p25"/>
          <p:cNvSpPr txBox="1"/>
          <p:nvPr>
            <p:ph idx="5" type="subTitle"/>
          </p:nvPr>
        </p:nvSpPr>
        <p:spPr>
          <a:xfrm>
            <a:off x="5196350" y="1462025"/>
            <a:ext cx="2307600" cy="202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None/>
              <a:defRPr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339" name="Google Shape;339;p25"/>
          <p:cNvSpPr txBox="1"/>
          <p:nvPr>
            <p:ph idx="6" type="subTitle"/>
          </p:nvPr>
        </p:nvSpPr>
        <p:spPr>
          <a:xfrm>
            <a:off x="5196350" y="1991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0" name="Google Shape;340;p25"/>
          <p:cNvSpPr txBox="1"/>
          <p:nvPr>
            <p:ph idx="7" type="subTitle"/>
          </p:nvPr>
        </p:nvSpPr>
        <p:spPr>
          <a:xfrm>
            <a:off x="5196350" y="27001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1" name="Google Shape;341;p25"/>
          <p:cNvSpPr txBox="1"/>
          <p:nvPr>
            <p:ph idx="8" type="subTitle"/>
          </p:nvPr>
        </p:nvSpPr>
        <p:spPr>
          <a:xfrm>
            <a:off x="5196350" y="352022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2" name="Google Shape;342;p25"/>
          <p:cNvSpPr txBox="1"/>
          <p:nvPr>
            <p:ph idx="9" type="subTitle"/>
          </p:nvPr>
        </p:nvSpPr>
        <p:spPr>
          <a:xfrm>
            <a:off x="5196350" y="4264075"/>
            <a:ext cx="1109700" cy="202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80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800"/>
              </a:spcBef>
              <a:spcAft>
                <a:spcPts val="800"/>
              </a:spcAft>
              <a:buSzPts val="1200"/>
              <a:buNone/>
              <a:defRPr/>
            </a:lvl9pPr>
          </a:lstStyle>
          <a:p/>
        </p:txBody>
      </p:sp>
      <p:sp>
        <p:nvSpPr>
          <p:cNvPr id="343" name="Google Shape;343;p25"/>
          <p:cNvSpPr txBox="1"/>
          <p:nvPr>
            <p:ph idx="13" type="body"/>
          </p:nvPr>
        </p:nvSpPr>
        <p:spPr>
          <a:xfrm>
            <a:off x="6165050" y="18458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4" name="Google Shape;344;p25"/>
          <p:cNvSpPr txBox="1"/>
          <p:nvPr>
            <p:ph idx="14" type="body"/>
          </p:nvPr>
        </p:nvSpPr>
        <p:spPr>
          <a:xfrm>
            <a:off x="6165050" y="26310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5" name="Google Shape;345;p25"/>
          <p:cNvSpPr txBox="1"/>
          <p:nvPr>
            <p:ph idx="15" type="body"/>
          </p:nvPr>
        </p:nvSpPr>
        <p:spPr>
          <a:xfrm>
            <a:off x="6165050" y="337487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6" name="Google Shape;346;p25"/>
          <p:cNvSpPr txBox="1"/>
          <p:nvPr>
            <p:ph idx="16" type="body"/>
          </p:nvPr>
        </p:nvSpPr>
        <p:spPr>
          <a:xfrm>
            <a:off x="6165050" y="4118725"/>
            <a:ext cx="2642400" cy="493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347" name="Google Shape;347;p25"/>
          <p:cNvSpPr txBox="1"/>
          <p:nvPr>
            <p:ph idx="17" type="subTitle"/>
          </p:nvPr>
        </p:nvSpPr>
        <p:spPr>
          <a:xfrm>
            <a:off x="1356350" y="4384150"/>
            <a:ext cx="2413200" cy="202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i="1"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348" name="Google Shape;348;p25"/>
          <p:cNvSpPr txBox="1"/>
          <p:nvPr>
            <p:ph idx="18" type="subTitle"/>
          </p:nvPr>
        </p:nvSpPr>
        <p:spPr>
          <a:xfrm>
            <a:off x="1042428" y="338324"/>
            <a:ext cx="5186400" cy="329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Medium"/>
              <a:buNone/>
              <a:defRPr sz="10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">
  <p:cSld name="BLANK_1_1_1_1_1_1_1_2_3">
    <p:bg>
      <p:bgPr>
        <a:solidFill>
          <a:schemeClr val="lt2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0" name="Google Shape;350;p26"/>
          <p:cNvGrpSpPr/>
          <p:nvPr/>
        </p:nvGrpSpPr>
        <p:grpSpPr>
          <a:xfrm rot="5400000">
            <a:off x="596727" y="776873"/>
            <a:ext cx="369896" cy="333900"/>
            <a:chOff x="96076" y="654376"/>
            <a:chExt cx="369896" cy="333900"/>
          </a:xfrm>
        </p:grpSpPr>
        <p:cxnSp>
          <p:nvCxnSpPr>
            <p:cNvPr id="351" name="Google Shape;351;p2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52" name="Google Shape;352;p2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353" name="Google Shape;353;p2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354" name="Google Shape;354;p26"/>
          <p:cNvSpPr txBox="1"/>
          <p:nvPr>
            <p:ph type="title"/>
          </p:nvPr>
        </p:nvSpPr>
        <p:spPr>
          <a:xfrm flipH="1">
            <a:off x="1046169" y="666261"/>
            <a:ext cx="75765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55" name="Google Shape;355;p2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6" name="Google Shape;356;p26"/>
          <p:cNvCxnSpPr/>
          <p:nvPr/>
        </p:nvCxnSpPr>
        <p:spPr>
          <a:xfrm>
            <a:off x="1045950" y="334900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7" name="Google Shape;357;p2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8" name="Google Shape;358;p2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9" name="Google Shape;359;p26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0" name="Google Shape;360;p2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1" name="Google Shape;361;p26"/>
          <p:cNvSpPr txBox="1"/>
          <p:nvPr>
            <p:ph idx="1" type="subTitle"/>
          </p:nvPr>
        </p:nvSpPr>
        <p:spPr>
          <a:xfrm>
            <a:off x="1041050" y="334925"/>
            <a:ext cx="75819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bg>
      <p:bgPr>
        <a:solidFill>
          <a:schemeClr val="lt2"/>
        </a:solidFill>
      </p:bgPr>
    </p:bg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7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64" name="Google Shape;364;p27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65" name="Google Shape;365;p27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66" name="Google Shape;366;p27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67" name="Google Shape;367;p2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8" name="Google Shape;368;p2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9" name="Google Shape;369;p27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 2">
  <p:cSld name="BLANK_1_2">
    <p:bg>
      <p:bgPr>
        <a:solidFill>
          <a:schemeClr val="dk2"/>
        </a:solidFill>
      </p:bgPr>
    </p:bg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8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2" name="Google Shape;372;p28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3" name="Google Shape;373;p28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74" name="Google Shape;374;p28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75" name="Google Shape;375;p2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2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2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2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28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">
  <p:cSld name="BLANK_1_1_1_1_1_1_1_1_2">
    <p:bg>
      <p:bgPr>
        <a:solidFill>
          <a:schemeClr val="lt2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382" name="Google Shape;382;p2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83" name="Google Shape;383;p2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384" name="Google Shape;384;p2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385" name="Google Shape;385;p2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6" name="Google Shape;386;p2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7" name="Google Shape;387;p2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8" name="Google Shape;388;p2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9" name="Google Shape;389;p29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390" name="Google Shape;390;p29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None/>
              <a:defRPr sz="1000"/>
            </a:lvl9pPr>
          </a:lstStyle>
          <a:p/>
        </p:txBody>
      </p:sp>
      <p:sp>
        <p:nvSpPr>
          <p:cNvPr id="391" name="Google Shape;391;p29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392" name="Google Shape;392;p29"/>
          <p:cNvSpPr txBox="1"/>
          <p:nvPr>
            <p:ph idx="6"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Growth">
  <p:cSld name="CUSTOM_4">
    <p:bg>
      <p:bgPr>
        <a:solidFill>
          <a:schemeClr val="lt2"/>
        </a:solidFill>
      </p:bgPr>
    </p:bg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0"/>
          <p:cNvSpPr txBox="1"/>
          <p:nvPr>
            <p:ph idx="1" type="body"/>
          </p:nvPr>
        </p:nvSpPr>
        <p:spPr>
          <a:xfrm>
            <a:off x="6270725" y="3025600"/>
            <a:ext cx="2874600" cy="14247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95" name="Google Shape;395;p30"/>
          <p:cNvSpPr txBox="1"/>
          <p:nvPr>
            <p:ph idx="2" type="body"/>
          </p:nvPr>
        </p:nvSpPr>
        <p:spPr>
          <a:xfrm>
            <a:off x="3403050" y="2668875"/>
            <a:ext cx="2868000" cy="17814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396" name="Google Shape;396;p30"/>
          <p:cNvSpPr txBox="1"/>
          <p:nvPr>
            <p:ph idx="3" type="body"/>
          </p:nvPr>
        </p:nvSpPr>
        <p:spPr>
          <a:xfrm>
            <a:off x="521250" y="3426700"/>
            <a:ext cx="2880300" cy="1023600"/>
          </a:xfrm>
          <a:prstGeom prst="rect">
            <a:avLst/>
          </a:prstGeom>
        </p:spPr>
        <p:txBody>
          <a:bodyPr anchorCtr="0" anchor="b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●"/>
              <a:defRPr sz="1000">
                <a:solidFill>
                  <a:schemeClr val="lt2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"/>
              <a:buChar char="○"/>
              <a:defRPr sz="1000">
                <a:solidFill>
                  <a:schemeClr val="lt2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397" name="Google Shape;397;p3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398" name="Google Shape;398;p30"/>
          <p:cNvCxnSpPr/>
          <p:nvPr/>
        </p:nvCxnSpPr>
        <p:spPr>
          <a:xfrm>
            <a:off x="3401654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9" name="Google Shape;399;p30"/>
          <p:cNvCxnSpPr/>
          <p:nvPr/>
        </p:nvCxnSpPr>
        <p:spPr>
          <a:xfrm>
            <a:off x="6271043" y="841987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0" name="Google Shape;400;p30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01" name="Google Shape;401;p30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402" name="Google Shape;402;p30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403" name="Google Shape;403;p3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4" name="Google Shape;404;p3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5" name="Google Shape;405;p3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6" name="Google Shape;406;p3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7" name="Google Shape;407;p3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08" name="Google Shape;408;p30"/>
          <p:cNvSpPr txBox="1"/>
          <p:nvPr>
            <p:ph idx="7" type="title"/>
          </p:nvPr>
        </p:nvSpPr>
        <p:spPr>
          <a:xfrm>
            <a:off x="521250" y="2093850"/>
            <a:ext cx="28785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09" name="Google Shape;409;p30"/>
          <p:cNvSpPr txBox="1"/>
          <p:nvPr>
            <p:ph idx="8" type="subTitle"/>
          </p:nvPr>
        </p:nvSpPr>
        <p:spPr>
          <a:xfrm>
            <a:off x="521250" y="2976675"/>
            <a:ext cx="28803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0" name="Google Shape;410;p30"/>
          <p:cNvSpPr txBox="1"/>
          <p:nvPr>
            <p:ph idx="9" type="title"/>
          </p:nvPr>
        </p:nvSpPr>
        <p:spPr>
          <a:xfrm>
            <a:off x="3400925" y="1336050"/>
            <a:ext cx="2868000" cy="1332300"/>
          </a:xfrm>
          <a:prstGeom prst="rect">
            <a:avLst/>
          </a:prstGeom>
        </p:spPr>
        <p:txBody>
          <a:bodyPr anchorCtr="0" anchor="b" bIns="274300" lIns="9142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11" name="Google Shape;411;p30"/>
          <p:cNvSpPr txBox="1"/>
          <p:nvPr>
            <p:ph idx="13" type="subTitle"/>
          </p:nvPr>
        </p:nvSpPr>
        <p:spPr>
          <a:xfrm>
            <a:off x="3400925" y="2218875"/>
            <a:ext cx="2869800" cy="4500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2" name="Google Shape;412;p30"/>
          <p:cNvSpPr txBox="1"/>
          <p:nvPr>
            <p:ph idx="14" type="title"/>
          </p:nvPr>
        </p:nvSpPr>
        <p:spPr>
          <a:xfrm>
            <a:off x="6271375" y="1172250"/>
            <a:ext cx="2872800" cy="1281900"/>
          </a:xfrm>
          <a:prstGeom prst="rect">
            <a:avLst/>
          </a:prstGeom>
        </p:spPr>
        <p:txBody>
          <a:bodyPr anchorCtr="0" anchor="b" bIns="274300" lIns="182875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413" name="Google Shape;413;p30"/>
          <p:cNvSpPr txBox="1"/>
          <p:nvPr>
            <p:ph idx="15" type="subTitle"/>
          </p:nvPr>
        </p:nvSpPr>
        <p:spPr>
          <a:xfrm>
            <a:off x="6271375" y="2021749"/>
            <a:ext cx="2874600" cy="432900"/>
          </a:xfrm>
          <a:prstGeom prst="rect">
            <a:avLst/>
          </a:prstGeom>
        </p:spPr>
        <p:txBody>
          <a:bodyPr anchorCtr="0" anchor="t" bIns="54850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Medium"/>
              <a:buNone/>
              <a:defRPr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414" name="Google Shape;414;p30"/>
          <p:cNvSpPr txBox="1"/>
          <p:nvPr>
            <p:ph idx="16" type="subTitle"/>
          </p:nvPr>
        </p:nvSpPr>
        <p:spPr>
          <a:xfrm>
            <a:off x="6271125" y="2455800"/>
            <a:ext cx="2874600" cy="3324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5" name="Google Shape;415;p30"/>
          <p:cNvSpPr txBox="1"/>
          <p:nvPr>
            <p:ph idx="17" type="subTitle"/>
          </p:nvPr>
        </p:nvSpPr>
        <p:spPr>
          <a:xfrm>
            <a:off x="6271125" y="2840775"/>
            <a:ext cx="2874600" cy="184800"/>
          </a:xfrm>
          <a:prstGeom prst="rect">
            <a:avLst/>
          </a:prstGeom>
        </p:spPr>
        <p:txBody>
          <a:bodyPr anchorCtr="0" anchor="b" bIns="0" lIns="182875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416" name="Google Shape;416;p30"/>
          <p:cNvSpPr txBox="1"/>
          <p:nvPr>
            <p:ph idx="18" type="title"/>
          </p:nvPr>
        </p:nvSpPr>
        <p:spPr>
          <a:xfrm>
            <a:off x="6271375" y="4552825"/>
            <a:ext cx="28728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7" name="Google Shape;417;p30"/>
          <p:cNvSpPr txBox="1"/>
          <p:nvPr>
            <p:ph idx="19" type="title"/>
          </p:nvPr>
        </p:nvSpPr>
        <p:spPr>
          <a:xfrm>
            <a:off x="3401750" y="4552825"/>
            <a:ext cx="28680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18" name="Google Shape;418;p30"/>
          <p:cNvSpPr txBox="1"/>
          <p:nvPr>
            <p:ph idx="20" type="title"/>
          </p:nvPr>
        </p:nvSpPr>
        <p:spPr>
          <a:xfrm>
            <a:off x="521625" y="4552825"/>
            <a:ext cx="2878500" cy="3351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●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○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Char char="■"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Priorities">
  <p:cSld name="CUSTOM_5">
    <p:bg>
      <p:bgPr>
        <a:solidFill>
          <a:schemeClr val="lt1"/>
        </a:solidFill>
      </p:bgPr>
    </p:bg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31"/>
          <p:cNvSpPr txBox="1"/>
          <p:nvPr>
            <p:ph idx="1" type="body"/>
          </p:nvPr>
        </p:nvSpPr>
        <p:spPr>
          <a:xfrm>
            <a:off x="1043525" y="2532675"/>
            <a:ext cx="1958400" cy="10014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421" name="Google Shape;421;p31"/>
          <p:cNvCxnSpPr/>
          <p:nvPr/>
        </p:nvCxnSpPr>
        <p:spPr>
          <a:xfrm>
            <a:off x="8622700" y="334950"/>
            <a:ext cx="0" cy="48057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2" name="Google Shape;422;p31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3" name="Google Shape;423;p31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4" name="Google Shape;424;p31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425" name="Google Shape;425;p3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6" name="Google Shape;426;p3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7" name="Google Shape;427;p3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8" name="Google Shape;428;p31"/>
          <p:cNvSpPr txBox="1"/>
          <p:nvPr>
            <p:ph type="title"/>
          </p:nvPr>
        </p:nvSpPr>
        <p:spPr>
          <a:xfrm>
            <a:off x="3003325" y="6152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29" name="Google Shape;429;p31"/>
          <p:cNvSpPr txBox="1"/>
          <p:nvPr>
            <p:ph idx="5" type="title"/>
          </p:nvPr>
        </p:nvSpPr>
        <p:spPr>
          <a:xfrm>
            <a:off x="3003325" y="9619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0" name="Google Shape;430;p31"/>
          <p:cNvSpPr txBox="1"/>
          <p:nvPr>
            <p:ph idx="6" type="title"/>
          </p:nvPr>
        </p:nvSpPr>
        <p:spPr>
          <a:xfrm>
            <a:off x="3003325" y="13108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1" name="Google Shape;431;p31"/>
          <p:cNvSpPr txBox="1"/>
          <p:nvPr>
            <p:ph idx="7" type="title"/>
          </p:nvPr>
        </p:nvSpPr>
        <p:spPr>
          <a:xfrm>
            <a:off x="3003325" y="38207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2" name="Google Shape;432;p31"/>
          <p:cNvSpPr txBox="1"/>
          <p:nvPr>
            <p:ph idx="8" type="title"/>
          </p:nvPr>
        </p:nvSpPr>
        <p:spPr>
          <a:xfrm>
            <a:off x="3003325" y="416750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3" name="Google Shape;433;p31"/>
          <p:cNvSpPr txBox="1"/>
          <p:nvPr>
            <p:ph idx="9" type="title"/>
          </p:nvPr>
        </p:nvSpPr>
        <p:spPr>
          <a:xfrm>
            <a:off x="3003325" y="4516350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4" name="Google Shape;434;p31"/>
          <p:cNvSpPr txBox="1"/>
          <p:nvPr>
            <p:ph idx="13" type="title"/>
          </p:nvPr>
        </p:nvSpPr>
        <p:spPr>
          <a:xfrm>
            <a:off x="3003325" y="22262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5" name="Google Shape;435;p31"/>
          <p:cNvSpPr txBox="1"/>
          <p:nvPr>
            <p:ph idx="14" type="title"/>
          </p:nvPr>
        </p:nvSpPr>
        <p:spPr>
          <a:xfrm>
            <a:off x="3003325" y="257301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6" name="Google Shape;436;p31"/>
          <p:cNvSpPr txBox="1"/>
          <p:nvPr>
            <p:ph idx="15" type="title"/>
          </p:nvPr>
        </p:nvSpPr>
        <p:spPr>
          <a:xfrm>
            <a:off x="3003325" y="2921863"/>
            <a:ext cx="2667300" cy="3489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Font typeface="Inter SemiBold"/>
              <a:buNone/>
              <a:defRPr sz="1000">
                <a:solidFill>
                  <a:schemeClr val="lt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37" name="Google Shape;437;p31"/>
          <p:cNvSpPr txBox="1"/>
          <p:nvPr>
            <p:ph idx="16" type="subTitle"/>
          </p:nvPr>
        </p:nvSpPr>
        <p:spPr>
          <a:xfrm>
            <a:off x="5824413" y="6130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8" name="Google Shape;438;p31"/>
          <p:cNvSpPr txBox="1"/>
          <p:nvPr>
            <p:ph idx="17" type="subTitle"/>
          </p:nvPr>
        </p:nvSpPr>
        <p:spPr>
          <a:xfrm>
            <a:off x="5824413" y="9619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39" name="Google Shape;439;p31"/>
          <p:cNvSpPr txBox="1"/>
          <p:nvPr>
            <p:ph idx="18" type="subTitle"/>
          </p:nvPr>
        </p:nvSpPr>
        <p:spPr>
          <a:xfrm>
            <a:off x="5824413" y="131077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0" name="Google Shape;440;p31"/>
          <p:cNvSpPr txBox="1"/>
          <p:nvPr>
            <p:ph idx="19" type="subTitle"/>
          </p:nvPr>
        </p:nvSpPr>
        <p:spPr>
          <a:xfrm>
            <a:off x="5824413" y="22252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1" name="Google Shape;441;p31"/>
          <p:cNvSpPr txBox="1"/>
          <p:nvPr>
            <p:ph idx="20" type="subTitle"/>
          </p:nvPr>
        </p:nvSpPr>
        <p:spPr>
          <a:xfrm>
            <a:off x="5824413" y="2574113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2" name="Google Shape;442;p31"/>
          <p:cNvSpPr txBox="1"/>
          <p:nvPr>
            <p:ph idx="21" type="subTitle"/>
          </p:nvPr>
        </p:nvSpPr>
        <p:spPr>
          <a:xfrm>
            <a:off x="5824413" y="2922938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3" name="Google Shape;443;p31"/>
          <p:cNvSpPr txBox="1"/>
          <p:nvPr>
            <p:ph idx="22" type="subTitle"/>
          </p:nvPr>
        </p:nvSpPr>
        <p:spPr>
          <a:xfrm>
            <a:off x="5824413" y="38186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4" name="Google Shape;444;p31"/>
          <p:cNvSpPr txBox="1"/>
          <p:nvPr>
            <p:ph idx="23" type="subTitle"/>
          </p:nvPr>
        </p:nvSpPr>
        <p:spPr>
          <a:xfrm>
            <a:off x="5824413" y="4167525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4" type="subTitle"/>
          </p:nvPr>
        </p:nvSpPr>
        <p:spPr>
          <a:xfrm>
            <a:off x="5824413" y="4516350"/>
            <a:ext cx="2644500" cy="348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25" type="title"/>
          </p:nvPr>
        </p:nvSpPr>
        <p:spPr>
          <a:xfrm>
            <a:off x="1045225" y="3545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47" name="Google Shape;447;p31"/>
          <p:cNvSpPr txBox="1"/>
          <p:nvPr>
            <p:ph idx="26" type="body"/>
          </p:nvPr>
        </p:nvSpPr>
        <p:spPr>
          <a:xfrm>
            <a:off x="1043525" y="4174000"/>
            <a:ext cx="1958400" cy="9591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48" name="Google Shape;448;p31"/>
          <p:cNvSpPr txBox="1"/>
          <p:nvPr>
            <p:ph idx="27" type="title"/>
          </p:nvPr>
        </p:nvSpPr>
        <p:spPr>
          <a:xfrm>
            <a:off x="1045225" y="350525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49" name="Google Shape;449;p31"/>
          <p:cNvSpPr txBox="1"/>
          <p:nvPr>
            <p:ph idx="28" type="title"/>
          </p:nvPr>
        </p:nvSpPr>
        <p:spPr>
          <a:xfrm>
            <a:off x="1045225" y="1945600"/>
            <a:ext cx="1958400" cy="519600"/>
          </a:xfrm>
          <a:prstGeom prst="rect">
            <a:avLst/>
          </a:prstGeom>
        </p:spPr>
        <p:txBody>
          <a:bodyPr anchorCtr="0" anchor="b" bIns="0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50" name="Google Shape;450;p31"/>
          <p:cNvSpPr txBox="1"/>
          <p:nvPr>
            <p:ph idx="29" type="body"/>
          </p:nvPr>
        </p:nvSpPr>
        <p:spPr>
          <a:xfrm>
            <a:off x="1043513" y="962025"/>
            <a:ext cx="1958400" cy="972900"/>
          </a:xfrm>
          <a:prstGeom prst="rect">
            <a:avLst/>
          </a:prstGeom>
        </p:spPr>
        <p:txBody>
          <a:bodyPr anchorCtr="0" anchor="t" bIns="91425" lIns="182875" spcFirstLastPara="1" rIns="13715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olutions">
  <p:cSld name="CUSTOM_6">
    <p:bg>
      <p:bgPr>
        <a:solidFill>
          <a:schemeClr val="lt2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2"/>
          <p:cNvSpPr txBox="1"/>
          <p:nvPr>
            <p:ph type="title"/>
          </p:nvPr>
        </p:nvSpPr>
        <p:spPr>
          <a:xfrm>
            <a:off x="5481500" y="3864550"/>
            <a:ext cx="4983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 SemiBold"/>
              <a:buChar char="●"/>
              <a:defRPr sz="1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3" name="Google Shape;453;p32"/>
          <p:cNvSpPr txBox="1"/>
          <p:nvPr>
            <p:ph idx="2" type="title"/>
          </p:nvPr>
        </p:nvSpPr>
        <p:spPr>
          <a:xfrm>
            <a:off x="5481500" y="13091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4" name="Google Shape;454;p32"/>
          <p:cNvSpPr txBox="1"/>
          <p:nvPr>
            <p:ph idx="3" type="title"/>
          </p:nvPr>
        </p:nvSpPr>
        <p:spPr>
          <a:xfrm>
            <a:off x="5481500" y="3224825"/>
            <a:ext cx="4983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●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○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500"/>
              <a:buFont typeface="Inter"/>
              <a:buChar char="■"/>
              <a:defRPr b="1" sz="1500">
                <a:solidFill>
                  <a:schemeClr val="lt2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5" name="Google Shape;455;p32"/>
          <p:cNvSpPr txBox="1"/>
          <p:nvPr>
            <p:ph idx="4" type="title"/>
          </p:nvPr>
        </p:nvSpPr>
        <p:spPr>
          <a:xfrm>
            <a:off x="5481500" y="2596100"/>
            <a:ext cx="4983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6" name="Google Shape;456;p32"/>
          <p:cNvSpPr txBox="1"/>
          <p:nvPr>
            <p:ph idx="5" type="title"/>
          </p:nvPr>
        </p:nvSpPr>
        <p:spPr>
          <a:xfrm>
            <a:off x="5481500" y="1949300"/>
            <a:ext cx="498300" cy="6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7" name="Google Shape;457;p32"/>
          <p:cNvSpPr txBox="1"/>
          <p:nvPr>
            <p:ph idx="6" type="title"/>
          </p:nvPr>
        </p:nvSpPr>
        <p:spPr>
          <a:xfrm>
            <a:off x="5481475" y="4504275"/>
            <a:ext cx="4983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●"/>
              <a:defRPr b="1" sz="1500"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○"/>
              <a:defRPr b="1" sz="1500"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Inter"/>
              <a:buChar char="■"/>
              <a:defRPr b="1" sz="15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58" name="Google Shape;458;p32"/>
          <p:cNvSpPr txBox="1"/>
          <p:nvPr>
            <p:ph idx="1" type="body"/>
          </p:nvPr>
        </p:nvSpPr>
        <p:spPr>
          <a:xfrm>
            <a:off x="2187950" y="1307550"/>
            <a:ext cx="3181200" cy="128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459" name="Google Shape;459;p32"/>
          <p:cNvSpPr txBox="1"/>
          <p:nvPr>
            <p:ph idx="7" type="body"/>
          </p:nvPr>
        </p:nvSpPr>
        <p:spPr>
          <a:xfrm>
            <a:off x="2187950" y="3864550"/>
            <a:ext cx="3181200" cy="12792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460" name="Google Shape;460;p32"/>
          <p:cNvSpPr txBox="1"/>
          <p:nvPr>
            <p:ph idx="8" type="body"/>
          </p:nvPr>
        </p:nvSpPr>
        <p:spPr>
          <a:xfrm>
            <a:off x="2187950" y="2596100"/>
            <a:ext cx="3181200" cy="1268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cxnSp>
        <p:nvCxnSpPr>
          <p:cNvPr id="461" name="Google Shape;461;p32"/>
          <p:cNvCxnSpPr/>
          <p:nvPr/>
        </p:nvCxnSpPr>
        <p:spPr>
          <a:xfrm rot="10800000">
            <a:off x="520175" y="1307575"/>
            <a:ext cx="86241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2" name="Google Shape;462;p32"/>
          <p:cNvSpPr txBox="1"/>
          <p:nvPr>
            <p:ph idx="9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63" name="Google Shape;463;p32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464" name="Google Shape;464;p32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/>
        </p:txBody>
      </p:sp>
      <p:cxnSp>
        <p:nvCxnSpPr>
          <p:cNvPr id="465" name="Google Shape;465;p3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6" name="Google Shape;466;p3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7" name="Google Shape;467;p3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8" name="Google Shape;468;p32"/>
          <p:cNvSpPr txBox="1"/>
          <p:nvPr>
            <p:ph idx="15" type="title"/>
          </p:nvPr>
        </p:nvSpPr>
        <p:spPr>
          <a:xfrm flipH="1">
            <a:off x="521275" y="347825"/>
            <a:ext cx="6252600" cy="9726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469" name="Google Shape;469;p32"/>
          <p:cNvSpPr txBox="1"/>
          <p:nvPr>
            <p:ph idx="16" type="title"/>
          </p:nvPr>
        </p:nvSpPr>
        <p:spPr>
          <a:xfrm>
            <a:off x="521275" y="1307500"/>
            <a:ext cx="1666500" cy="12885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0" name="Google Shape;470;p32"/>
          <p:cNvSpPr txBox="1"/>
          <p:nvPr>
            <p:ph idx="17" type="title"/>
          </p:nvPr>
        </p:nvSpPr>
        <p:spPr>
          <a:xfrm>
            <a:off x="521275" y="2595800"/>
            <a:ext cx="1666500" cy="12687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1" name="Google Shape;471;p32"/>
          <p:cNvSpPr txBox="1"/>
          <p:nvPr>
            <p:ph idx="18" type="title"/>
          </p:nvPr>
        </p:nvSpPr>
        <p:spPr>
          <a:xfrm>
            <a:off x="521275" y="3866800"/>
            <a:ext cx="1666500" cy="1276800"/>
          </a:xfrm>
          <a:prstGeom prst="rect">
            <a:avLst/>
          </a:prstGeom>
        </p:spPr>
        <p:txBody>
          <a:bodyPr anchorCtr="0" anchor="ctr" bIns="0" lIns="274300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72" name="Google Shape;472;p32"/>
          <p:cNvSpPr txBox="1"/>
          <p:nvPr>
            <p:ph idx="19" type="subTitle"/>
          </p:nvPr>
        </p:nvSpPr>
        <p:spPr>
          <a:xfrm>
            <a:off x="6092100" y="1950763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3" name="Google Shape;473;p32"/>
          <p:cNvSpPr txBox="1"/>
          <p:nvPr>
            <p:ph idx="20" type="subTitle"/>
          </p:nvPr>
        </p:nvSpPr>
        <p:spPr>
          <a:xfrm>
            <a:off x="6092100" y="2595825"/>
            <a:ext cx="2942100" cy="62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4" name="Google Shape;474;p32"/>
          <p:cNvSpPr txBox="1"/>
          <p:nvPr>
            <p:ph idx="21" type="subTitle"/>
          </p:nvPr>
        </p:nvSpPr>
        <p:spPr>
          <a:xfrm>
            <a:off x="6092100" y="3225925"/>
            <a:ext cx="2942100" cy="638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5" name="Google Shape;475;p32"/>
          <p:cNvSpPr txBox="1"/>
          <p:nvPr>
            <p:ph idx="22" type="subTitle"/>
          </p:nvPr>
        </p:nvSpPr>
        <p:spPr>
          <a:xfrm>
            <a:off x="6092100" y="3863525"/>
            <a:ext cx="2942100" cy="63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6" name="Google Shape;476;p32"/>
          <p:cNvSpPr txBox="1"/>
          <p:nvPr>
            <p:ph idx="23" type="subTitle"/>
          </p:nvPr>
        </p:nvSpPr>
        <p:spPr>
          <a:xfrm>
            <a:off x="6092100" y="4498790"/>
            <a:ext cx="2942100" cy="643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477" name="Google Shape;477;p32"/>
          <p:cNvSpPr txBox="1"/>
          <p:nvPr>
            <p:ph idx="24" type="subTitle"/>
          </p:nvPr>
        </p:nvSpPr>
        <p:spPr>
          <a:xfrm>
            <a:off x="6092100" y="1305550"/>
            <a:ext cx="2942100" cy="643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">
  <p:cSld name="CUSTOM_7">
    <p:bg>
      <p:bgPr>
        <a:solidFill>
          <a:schemeClr val="lt2"/>
        </a:solidFill>
      </p:bgPr>
    </p:bg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33"/>
          <p:cNvSpPr txBox="1"/>
          <p:nvPr>
            <p:ph idx="1" type="body"/>
          </p:nvPr>
        </p:nvSpPr>
        <p:spPr>
          <a:xfrm>
            <a:off x="523425" y="3593825"/>
            <a:ext cx="17844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0" name="Google Shape;480;p33"/>
          <p:cNvSpPr txBox="1"/>
          <p:nvPr>
            <p:ph type="title"/>
          </p:nvPr>
        </p:nvSpPr>
        <p:spPr>
          <a:xfrm>
            <a:off x="521250" y="3244950"/>
            <a:ext cx="1786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1" name="Google Shape;481;p33"/>
          <p:cNvSpPr txBox="1"/>
          <p:nvPr>
            <p:ph idx="2" type="body"/>
          </p:nvPr>
        </p:nvSpPr>
        <p:spPr>
          <a:xfrm>
            <a:off x="2679589" y="3593825"/>
            <a:ext cx="19791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2" name="Google Shape;482;p33"/>
          <p:cNvSpPr txBox="1"/>
          <p:nvPr>
            <p:ph idx="3" type="title"/>
          </p:nvPr>
        </p:nvSpPr>
        <p:spPr>
          <a:xfrm>
            <a:off x="2677176" y="3244950"/>
            <a:ext cx="19815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3" name="Google Shape;483;p33"/>
          <p:cNvSpPr txBox="1"/>
          <p:nvPr>
            <p:ph idx="4" type="body"/>
          </p:nvPr>
        </p:nvSpPr>
        <p:spPr>
          <a:xfrm>
            <a:off x="4834747" y="3593825"/>
            <a:ext cx="17823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4" name="Google Shape;484;p33"/>
          <p:cNvSpPr txBox="1"/>
          <p:nvPr>
            <p:ph idx="5" type="title"/>
          </p:nvPr>
        </p:nvSpPr>
        <p:spPr>
          <a:xfrm>
            <a:off x="4832575" y="3244950"/>
            <a:ext cx="17844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5" name="Google Shape;485;p33"/>
          <p:cNvSpPr txBox="1"/>
          <p:nvPr>
            <p:ph idx="6" type="body"/>
          </p:nvPr>
        </p:nvSpPr>
        <p:spPr>
          <a:xfrm>
            <a:off x="6991393" y="3593825"/>
            <a:ext cx="1778700" cy="1241700"/>
          </a:xfrm>
          <a:prstGeom prst="rect">
            <a:avLst/>
          </a:prstGeom>
        </p:spPr>
        <p:txBody>
          <a:bodyPr anchorCtr="0" anchor="t" bIns="91425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6" name="Google Shape;486;p33"/>
          <p:cNvSpPr txBox="1"/>
          <p:nvPr>
            <p:ph idx="7" type="title"/>
          </p:nvPr>
        </p:nvSpPr>
        <p:spPr>
          <a:xfrm>
            <a:off x="6989225" y="3244950"/>
            <a:ext cx="1780800" cy="3489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487" name="Google Shape;487;p33"/>
          <p:cNvSpPr txBox="1"/>
          <p:nvPr>
            <p:ph idx="8" type="title"/>
          </p:nvPr>
        </p:nvSpPr>
        <p:spPr>
          <a:xfrm>
            <a:off x="1237363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88" name="Google Shape;488;p33"/>
          <p:cNvSpPr txBox="1"/>
          <p:nvPr>
            <p:ph idx="9" type="title"/>
          </p:nvPr>
        </p:nvSpPr>
        <p:spPr>
          <a:xfrm>
            <a:off x="160238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9" name="Google Shape;489;p33"/>
          <p:cNvSpPr txBox="1"/>
          <p:nvPr>
            <p:ph idx="13" type="title"/>
          </p:nvPr>
        </p:nvSpPr>
        <p:spPr>
          <a:xfrm>
            <a:off x="5914438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0" name="Google Shape;490;p33"/>
          <p:cNvSpPr txBox="1"/>
          <p:nvPr>
            <p:ph idx="14" type="title"/>
          </p:nvPr>
        </p:nvSpPr>
        <p:spPr>
          <a:xfrm>
            <a:off x="5201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1" name="Google Shape;491;p33"/>
          <p:cNvSpPr txBox="1"/>
          <p:nvPr>
            <p:ph idx="15" type="title"/>
          </p:nvPr>
        </p:nvSpPr>
        <p:spPr>
          <a:xfrm>
            <a:off x="1953575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2" name="Google Shape;492;p33"/>
          <p:cNvSpPr txBox="1"/>
          <p:nvPr>
            <p:ph idx="16" type="title"/>
          </p:nvPr>
        </p:nvSpPr>
        <p:spPr>
          <a:xfrm>
            <a:off x="2677225" y="1756250"/>
            <a:ext cx="7095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3" name="Google Shape;493;p33"/>
          <p:cNvSpPr txBox="1"/>
          <p:nvPr>
            <p:ph idx="17" type="title"/>
          </p:nvPr>
        </p:nvSpPr>
        <p:spPr>
          <a:xfrm>
            <a:off x="338667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4" name="Google Shape;494;p33"/>
          <p:cNvSpPr txBox="1"/>
          <p:nvPr>
            <p:ph idx="18" type="title"/>
          </p:nvPr>
        </p:nvSpPr>
        <p:spPr>
          <a:xfrm>
            <a:off x="4833800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5" name="Google Shape;495;p33"/>
          <p:cNvSpPr txBox="1"/>
          <p:nvPr>
            <p:ph idx="19" type="title"/>
          </p:nvPr>
        </p:nvSpPr>
        <p:spPr>
          <a:xfrm>
            <a:off x="55499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6" name="Google Shape;496;p33"/>
          <p:cNvSpPr txBox="1"/>
          <p:nvPr>
            <p:ph idx="20" type="title"/>
          </p:nvPr>
        </p:nvSpPr>
        <p:spPr>
          <a:xfrm>
            <a:off x="6265650" y="1756250"/>
            <a:ext cx="7236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7" name="Google Shape;497;p33"/>
          <p:cNvSpPr txBox="1"/>
          <p:nvPr>
            <p:ph idx="21" type="title"/>
          </p:nvPr>
        </p:nvSpPr>
        <p:spPr>
          <a:xfrm>
            <a:off x="6989250" y="1756250"/>
            <a:ext cx="710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8" name="Google Shape;498;p33"/>
          <p:cNvSpPr txBox="1"/>
          <p:nvPr>
            <p:ph idx="22" type="title"/>
          </p:nvPr>
        </p:nvSpPr>
        <p:spPr>
          <a:xfrm>
            <a:off x="7699825" y="1756250"/>
            <a:ext cx="7167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499" name="Google Shape;499;p33"/>
          <p:cNvSpPr txBox="1"/>
          <p:nvPr>
            <p:ph idx="23" type="title"/>
          </p:nvPr>
        </p:nvSpPr>
        <p:spPr>
          <a:xfrm>
            <a:off x="8416525" y="1756250"/>
            <a:ext cx="7284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00" name="Google Shape;500;p33"/>
          <p:cNvSpPr txBox="1"/>
          <p:nvPr>
            <p:ph idx="2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1" name="Google Shape;501;p33"/>
          <p:cNvSpPr txBox="1"/>
          <p:nvPr>
            <p:ph idx="25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502" name="Google Shape;502;p33"/>
          <p:cNvSpPr txBox="1"/>
          <p:nvPr>
            <p:ph idx="26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03" name="Google Shape;503;p3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4" name="Google Shape;504;p3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5" name="Google Shape;505;p3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06" name="Google Shape;506;p33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07" name="Google Shape;507;p33"/>
          <p:cNvSpPr txBox="1"/>
          <p:nvPr>
            <p:ph idx="2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8" name="Google Shape;508;p33"/>
          <p:cNvSpPr txBox="1"/>
          <p:nvPr>
            <p:ph idx="2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09" name="Google Shape;509;p33"/>
          <p:cNvSpPr txBox="1"/>
          <p:nvPr>
            <p:ph idx="29" type="title"/>
          </p:nvPr>
        </p:nvSpPr>
        <p:spPr>
          <a:xfrm>
            <a:off x="3760713" y="1308338"/>
            <a:ext cx="2149800" cy="447900"/>
          </a:xfrm>
          <a:prstGeom prst="rect">
            <a:avLst/>
          </a:prstGeom>
        </p:spPr>
        <p:txBody>
          <a:bodyPr anchorCtr="0" anchor="ctr" bIns="0" lIns="91425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0" name="Google Shape;510;p33"/>
          <p:cNvSpPr txBox="1"/>
          <p:nvPr>
            <p:ph idx="30" type="title"/>
          </p:nvPr>
        </p:nvSpPr>
        <p:spPr>
          <a:xfrm>
            <a:off x="4103475" y="1756250"/>
            <a:ext cx="731100" cy="24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Milestones - ALT 2">
  <p:cSld name="CUSTOM_7_1">
    <p:bg>
      <p:bgPr>
        <a:solidFill>
          <a:schemeClr val="lt2"/>
        </a:solidFill>
      </p:bgPr>
    </p:bg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p34"/>
          <p:cNvSpPr txBox="1"/>
          <p:nvPr>
            <p:ph type="title"/>
          </p:nvPr>
        </p:nvSpPr>
        <p:spPr>
          <a:xfrm>
            <a:off x="77187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3" name="Google Shape;513;p34"/>
          <p:cNvSpPr txBox="1"/>
          <p:nvPr>
            <p:ph idx="2" type="title"/>
          </p:nvPr>
        </p:nvSpPr>
        <p:spPr>
          <a:xfrm>
            <a:off x="843315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4" name="Google Shape;514;p34"/>
          <p:cNvSpPr txBox="1"/>
          <p:nvPr>
            <p:ph idx="3" type="title"/>
          </p:nvPr>
        </p:nvSpPr>
        <p:spPr>
          <a:xfrm>
            <a:off x="4860825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5" name="Google Shape;515;p34"/>
          <p:cNvSpPr txBox="1"/>
          <p:nvPr>
            <p:ph idx="4" type="title"/>
          </p:nvPr>
        </p:nvSpPr>
        <p:spPr>
          <a:xfrm>
            <a:off x="557523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6" name="Google Shape;516;p34"/>
          <p:cNvSpPr txBox="1"/>
          <p:nvPr>
            <p:ph idx="5" type="title"/>
          </p:nvPr>
        </p:nvSpPr>
        <p:spPr>
          <a:xfrm>
            <a:off x="6289688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7" name="Google Shape;517;p34"/>
          <p:cNvSpPr txBox="1"/>
          <p:nvPr>
            <p:ph idx="6" type="title"/>
          </p:nvPr>
        </p:nvSpPr>
        <p:spPr>
          <a:xfrm>
            <a:off x="7004100" y="1307600"/>
            <a:ext cx="714600" cy="438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None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None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518" name="Google Shape;518;p34"/>
          <p:cNvSpPr txBox="1"/>
          <p:nvPr>
            <p:ph idx="7" type="title"/>
          </p:nvPr>
        </p:nvSpPr>
        <p:spPr>
          <a:xfrm>
            <a:off x="2709475" y="1307850"/>
            <a:ext cx="806700" cy="4377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19" name="Google Shape;519;p34"/>
          <p:cNvSpPr txBox="1"/>
          <p:nvPr>
            <p:ph idx="8" type="title"/>
          </p:nvPr>
        </p:nvSpPr>
        <p:spPr>
          <a:xfrm>
            <a:off x="3516175" y="1307575"/>
            <a:ext cx="1344600" cy="438000"/>
          </a:xfrm>
          <a:prstGeom prst="rect">
            <a:avLst/>
          </a:prstGeom>
        </p:spPr>
        <p:txBody>
          <a:bodyPr anchorCtr="0" anchor="ctr" bIns="91425" lIns="13715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520" name="Google Shape;520;p3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1" name="Google Shape;521;p34"/>
          <p:cNvSpPr txBox="1"/>
          <p:nvPr>
            <p:ph idx="9" type="title"/>
          </p:nvPr>
        </p:nvSpPr>
        <p:spPr>
          <a:xfrm flipH="1">
            <a:off x="524150" y="658975"/>
            <a:ext cx="8098500" cy="648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22" name="Google Shape;522;p34"/>
          <p:cNvSpPr txBox="1"/>
          <p:nvPr>
            <p:ph idx="13" type="subTitle"/>
          </p:nvPr>
        </p:nvSpPr>
        <p:spPr>
          <a:xfrm>
            <a:off x="523850" y="334925"/>
            <a:ext cx="8099100" cy="3240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523" name="Google Shape;523;p3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4" name="Google Shape;524;p3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25" name="Google Shape;525;p3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6" name="Google Shape;526;p34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7" name="Google Shape;527;p34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28" name="Google Shape;528;p34"/>
          <p:cNvSpPr/>
          <p:nvPr/>
        </p:nvSpPr>
        <p:spPr>
          <a:xfrm rot="-5400000">
            <a:off x="1615375" y="2839725"/>
            <a:ext cx="2994900" cy="806700"/>
          </a:xfrm>
          <a:prstGeom prst="roundRect">
            <a:avLst>
              <a:gd fmla="val 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529" name="Google Shape;529;p34"/>
          <p:cNvSpPr/>
          <p:nvPr>
            <p:ph idx="16" type="pic"/>
          </p:nvPr>
        </p:nvSpPr>
        <p:spPr>
          <a:xfrm>
            <a:off x="287425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30" name="Google Shape;530;p34"/>
          <p:cNvSpPr txBox="1"/>
          <p:nvPr>
            <p:ph idx="17" type="title"/>
          </p:nvPr>
        </p:nvSpPr>
        <p:spPr>
          <a:xfrm>
            <a:off x="521250" y="17457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1" name="Google Shape;531;p34"/>
          <p:cNvSpPr txBox="1"/>
          <p:nvPr>
            <p:ph idx="18" type="title"/>
          </p:nvPr>
        </p:nvSpPr>
        <p:spPr>
          <a:xfrm>
            <a:off x="521250" y="2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2" name="Google Shape;532;p34"/>
          <p:cNvSpPr txBox="1"/>
          <p:nvPr>
            <p:ph idx="19" type="title"/>
          </p:nvPr>
        </p:nvSpPr>
        <p:spPr>
          <a:xfrm>
            <a:off x="521250" y="24113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3" name="Google Shape;533;p34"/>
          <p:cNvSpPr txBox="1"/>
          <p:nvPr>
            <p:ph idx="20" type="title"/>
          </p:nvPr>
        </p:nvSpPr>
        <p:spPr>
          <a:xfrm>
            <a:off x="521250" y="274416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4" name="Google Shape;534;p34"/>
          <p:cNvSpPr txBox="1"/>
          <p:nvPr>
            <p:ph idx="21" type="title"/>
          </p:nvPr>
        </p:nvSpPr>
        <p:spPr>
          <a:xfrm>
            <a:off x="521250" y="307857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5" name="Google Shape;535;p34"/>
          <p:cNvSpPr txBox="1"/>
          <p:nvPr>
            <p:ph idx="22" type="title"/>
          </p:nvPr>
        </p:nvSpPr>
        <p:spPr>
          <a:xfrm>
            <a:off x="521250" y="34097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6" name="Google Shape;536;p34"/>
          <p:cNvSpPr txBox="1"/>
          <p:nvPr>
            <p:ph idx="23" type="title"/>
          </p:nvPr>
        </p:nvSpPr>
        <p:spPr>
          <a:xfrm>
            <a:off x="521250" y="37425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7" name="Google Shape;537;p34"/>
          <p:cNvSpPr txBox="1"/>
          <p:nvPr>
            <p:ph idx="24" type="title"/>
          </p:nvPr>
        </p:nvSpPr>
        <p:spPr>
          <a:xfrm>
            <a:off x="521250" y="4075313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"/>
              <a:buNone/>
              <a:defRPr sz="10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8" name="Google Shape;538;p34"/>
          <p:cNvSpPr txBox="1"/>
          <p:nvPr>
            <p:ph idx="25" type="title"/>
          </p:nvPr>
        </p:nvSpPr>
        <p:spPr>
          <a:xfrm>
            <a:off x="521250" y="4408125"/>
            <a:ext cx="2188200" cy="3327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39" name="Google Shape;539;p34"/>
          <p:cNvSpPr/>
          <p:nvPr>
            <p:ph idx="26" type="pic"/>
          </p:nvPr>
        </p:nvSpPr>
        <p:spPr>
          <a:xfrm>
            <a:off x="3146200" y="180910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0" name="Google Shape;540;p34"/>
          <p:cNvSpPr/>
          <p:nvPr>
            <p:ph idx="27" type="pic"/>
          </p:nvPr>
        </p:nvSpPr>
        <p:spPr>
          <a:xfrm>
            <a:off x="287425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1" name="Google Shape;541;p34"/>
          <p:cNvSpPr/>
          <p:nvPr>
            <p:ph idx="28" type="pic"/>
          </p:nvPr>
        </p:nvSpPr>
        <p:spPr>
          <a:xfrm>
            <a:off x="3146200" y="21398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2" name="Google Shape;542;p34"/>
          <p:cNvSpPr/>
          <p:nvPr>
            <p:ph idx="29" type="pic"/>
          </p:nvPr>
        </p:nvSpPr>
        <p:spPr>
          <a:xfrm>
            <a:off x="2874250" y="24706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3" name="Google Shape;543;p34"/>
          <p:cNvSpPr/>
          <p:nvPr>
            <p:ph idx="30" type="pic"/>
          </p:nvPr>
        </p:nvSpPr>
        <p:spPr>
          <a:xfrm>
            <a:off x="2874250" y="278577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4" name="Google Shape;544;p34"/>
          <p:cNvSpPr/>
          <p:nvPr>
            <p:ph idx="31" type="pic"/>
          </p:nvPr>
        </p:nvSpPr>
        <p:spPr>
          <a:xfrm>
            <a:off x="287425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5" name="Google Shape;545;p34"/>
          <p:cNvSpPr/>
          <p:nvPr>
            <p:ph idx="32" type="pic"/>
          </p:nvPr>
        </p:nvSpPr>
        <p:spPr>
          <a:xfrm>
            <a:off x="3146200" y="31407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6" name="Google Shape;546;p34"/>
          <p:cNvSpPr/>
          <p:nvPr>
            <p:ph idx="33" type="pic"/>
          </p:nvPr>
        </p:nvSpPr>
        <p:spPr>
          <a:xfrm>
            <a:off x="2874250" y="3468663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7" name="Google Shape;547;p34"/>
          <p:cNvSpPr/>
          <p:nvPr>
            <p:ph idx="34" type="pic"/>
          </p:nvPr>
        </p:nvSpPr>
        <p:spPr>
          <a:xfrm>
            <a:off x="287425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8" name="Google Shape;548;p34"/>
          <p:cNvSpPr/>
          <p:nvPr>
            <p:ph idx="35" type="pic"/>
          </p:nvPr>
        </p:nvSpPr>
        <p:spPr>
          <a:xfrm>
            <a:off x="3146200" y="3806350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49" name="Google Shape;549;p34"/>
          <p:cNvSpPr/>
          <p:nvPr>
            <p:ph idx="36" type="pic"/>
          </p:nvPr>
        </p:nvSpPr>
        <p:spPr>
          <a:xfrm>
            <a:off x="2874250" y="4134025"/>
            <a:ext cx="205200" cy="20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550" name="Google Shape;550;p34"/>
          <p:cNvSpPr/>
          <p:nvPr>
            <p:ph idx="37" type="pic"/>
          </p:nvPr>
        </p:nvSpPr>
        <p:spPr>
          <a:xfrm>
            <a:off x="2874250" y="4471963"/>
            <a:ext cx="205200" cy="2052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3">
  <p:cSld name="BLANK_1_1_1_1_1_1_1_1_1_1_1_2_1">
    <p:bg>
      <p:bgPr>
        <a:solidFill>
          <a:schemeClr val="dk2"/>
        </a:solidFill>
      </p:bgPr>
    </p:bg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5"/>
          <p:cNvSpPr txBox="1"/>
          <p:nvPr>
            <p:ph type="title"/>
          </p:nvPr>
        </p:nvSpPr>
        <p:spPr>
          <a:xfrm>
            <a:off x="29520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3" name="Google Shape;553;p35"/>
          <p:cNvSpPr txBox="1"/>
          <p:nvPr>
            <p:ph idx="2" type="title"/>
          </p:nvPr>
        </p:nvSpPr>
        <p:spPr>
          <a:xfrm>
            <a:off x="104265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4" name="Google Shape;554;p35"/>
          <p:cNvSpPr txBox="1"/>
          <p:nvPr>
            <p:ph idx="3" type="title"/>
          </p:nvPr>
        </p:nvSpPr>
        <p:spPr>
          <a:xfrm>
            <a:off x="4867800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5" name="Google Shape;555;p35"/>
          <p:cNvSpPr txBox="1"/>
          <p:nvPr>
            <p:ph idx="4" type="title"/>
          </p:nvPr>
        </p:nvSpPr>
        <p:spPr>
          <a:xfrm>
            <a:off x="6772025" y="2343725"/>
            <a:ext cx="391800" cy="382800"/>
          </a:xfrm>
          <a:prstGeom prst="rect">
            <a:avLst/>
          </a:prstGeom>
          <a:solidFill>
            <a:schemeClr val="accent3"/>
          </a:solidFill>
        </p:spPr>
        <p:txBody>
          <a:bodyPr anchorCtr="0" anchor="ctr" bIns="0" lIns="91425" spcFirstLastPara="1" rIns="9142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Inter SemiBold"/>
              <a:buNone/>
              <a:defRPr sz="1200">
                <a:solidFill>
                  <a:schemeClr val="dk2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56" name="Google Shape;556;p35"/>
          <p:cNvSpPr txBox="1"/>
          <p:nvPr>
            <p:ph idx="1" type="subTitle"/>
          </p:nvPr>
        </p:nvSpPr>
        <p:spPr>
          <a:xfrm>
            <a:off x="29514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7" name="Google Shape;557;p35"/>
          <p:cNvSpPr txBox="1"/>
          <p:nvPr>
            <p:ph idx="5" type="body"/>
          </p:nvPr>
        </p:nvSpPr>
        <p:spPr>
          <a:xfrm>
            <a:off x="29536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58" name="Google Shape;558;p35"/>
          <p:cNvSpPr txBox="1"/>
          <p:nvPr>
            <p:ph idx="6" type="subTitle"/>
          </p:nvPr>
        </p:nvSpPr>
        <p:spPr>
          <a:xfrm>
            <a:off x="104208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59" name="Google Shape;559;p35"/>
          <p:cNvSpPr txBox="1"/>
          <p:nvPr>
            <p:ph idx="7" type="subTitle"/>
          </p:nvPr>
        </p:nvSpPr>
        <p:spPr>
          <a:xfrm>
            <a:off x="4867238" y="2726250"/>
            <a:ext cx="19107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0" name="Google Shape;560;p35"/>
          <p:cNvSpPr txBox="1"/>
          <p:nvPr>
            <p:ph idx="8" type="body"/>
          </p:nvPr>
        </p:nvSpPr>
        <p:spPr>
          <a:xfrm>
            <a:off x="104430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1" name="Google Shape;561;p35"/>
          <p:cNvSpPr txBox="1"/>
          <p:nvPr>
            <p:ph idx="9" type="body"/>
          </p:nvPr>
        </p:nvSpPr>
        <p:spPr>
          <a:xfrm>
            <a:off x="4869450" y="3368600"/>
            <a:ext cx="19107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2" name="Google Shape;562;p35"/>
          <p:cNvSpPr txBox="1"/>
          <p:nvPr>
            <p:ph idx="13" type="subTitle"/>
          </p:nvPr>
        </p:nvSpPr>
        <p:spPr>
          <a:xfrm>
            <a:off x="6771474" y="2726250"/>
            <a:ext cx="1846800" cy="642300"/>
          </a:xfrm>
          <a:prstGeom prst="rect">
            <a:avLst/>
          </a:prstGeom>
        </p:spPr>
        <p:txBody>
          <a:bodyPr anchorCtr="0" anchor="t" bIns="0" lIns="274300" spcFirstLastPara="1" rIns="182875" wrap="square" tIns="18287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 Medium"/>
              <a:buNone/>
              <a:defRPr>
                <a:solidFill>
                  <a:schemeClr val="dk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563" name="Google Shape;563;p35"/>
          <p:cNvSpPr txBox="1"/>
          <p:nvPr>
            <p:ph idx="14" type="body"/>
          </p:nvPr>
        </p:nvSpPr>
        <p:spPr>
          <a:xfrm>
            <a:off x="6773613" y="3368600"/>
            <a:ext cx="1846800" cy="12909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4" name="Google Shape;564;p35"/>
          <p:cNvSpPr txBox="1"/>
          <p:nvPr>
            <p:ph idx="15" type="subTitle"/>
          </p:nvPr>
        </p:nvSpPr>
        <p:spPr>
          <a:xfrm>
            <a:off x="1041050" y="334925"/>
            <a:ext cx="57261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 SemiBold"/>
              <a:buNone/>
              <a:defRPr sz="1000">
                <a:solidFill>
                  <a:schemeClr val="accent3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565" name="Google Shape;565;p35"/>
          <p:cNvSpPr txBox="1"/>
          <p:nvPr>
            <p:ph idx="16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6" name="Google Shape;566;p35"/>
          <p:cNvSpPr txBox="1"/>
          <p:nvPr>
            <p:ph idx="1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67" name="Google Shape;567;p35"/>
          <p:cNvSpPr txBox="1"/>
          <p:nvPr>
            <p:ph idx="1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568" name="Google Shape;568;p3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69" name="Google Shape;569;p35"/>
          <p:cNvSpPr txBox="1"/>
          <p:nvPr>
            <p:ph idx="19" type="title"/>
          </p:nvPr>
        </p:nvSpPr>
        <p:spPr>
          <a:xfrm flipH="1">
            <a:off x="1046200" y="772500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ing slide">
  <p:cSld name="CUSTOM_8">
    <p:bg>
      <p:bgPr>
        <a:solidFill>
          <a:schemeClr val="lt2"/>
        </a:solidFill>
      </p:bgPr>
    </p:bg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71" name="Google Shape;571;p36"/>
          <p:cNvCxnSpPr/>
          <p:nvPr/>
        </p:nvCxnSpPr>
        <p:spPr>
          <a:xfrm rot="10800000">
            <a:off x="1040500" y="39034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2" name="Google Shape;572;p36"/>
          <p:cNvSpPr txBox="1"/>
          <p:nvPr>
            <p:ph idx="1" type="subTitle"/>
          </p:nvPr>
        </p:nvSpPr>
        <p:spPr>
          <a:xfrm>
            <a:off x="10407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73" name="Google Shape;573;p36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574" name="Google Shape;574;p36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575" name="Google Shape;575;p3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6" name="Google Shape;576;p3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7" name="Google Shape;577;p3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9" name="Google Shape;579;p3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0" name="Google Shape;580;p36"/>
          <p:cNvSpPr txBox="1"/>
          <p:nvPr>
            <p:ph idx="4" type="body"/>
          </p:nvPr>
        </p:nvSpPr>
        <p:spPr>
          <a:xfrm>
            <a:off x="1821800" y="3903425"/>
            <a:ext cx="4167900" cy="779700"/>
          </a:xfrm>
          <a:prstGeom prst="rect">
            <a:avLst/>
          </a:prstGeom>
        </p:spPr>
        <p:txBody>
          <a:bodyPr anchorCtr="0" anchor="ctr" bIns="0" lIns="274300" spcFirstLastPara="1" rIns="182875" wrap="square" tIns="0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cxnSp>
        <p:nvCxnSpPr>
          <p:cNvPr id="581" name="Google Shape;581;p36"/>
          <p:cNvCxnSpPr/>
          <p:nvPr/>
        </p:nvCxnSpPr>
        <p:spPr>
          <a:xfrm rot="10800000">
            <a:off x="1040500" y="4683125"/>
            <a:ext cx="7582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82" name="Google Shape;582;p36"/>
          <p:cNvSpPr/>
          <p:nvPr>
            <p:ph idx="5" type="pic"/>
          </p:nvPr>
        </p:nvSpPr>
        <p:spPr>
          <a:xfrm>
            <a:off x="1046150" y="3907375"/>
            <a:ext cx="771600" cy="771600"/>
          </a:xfrm>
          <a:prstGeom prst="rect">
            <a:avLst/>
          </a:prstGeom>
          <a:noFill/>
          <a:ln>
            <a:noFill/>
          </a:ln>
        </p:spPr>
      </p:sp>
      <p:sp>
        <p:nvSpPr>
          <p:cNvPr id="583" name="Google Shape;583;p36"/>
          <p:cNvSpPr txBox="1"/>
          <p:nvPr>
            <p:ph type="title"/>
          </p:nvPr>
        </p:nvSpPr>
        <p:spPr>
          <a:xfrm flipH="1">
            <a:off x="1046200" y="722375"/>
            <a:ext cx="5726100" cy="15711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Font typeface="Gowun Batang"/>
              <a:buNone/>
              <a:defRPr sz="5500"/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500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">
  <p:cSld name="BLANK_4">
    <p:bg>
      <p:bgPr>
        <a:solidFill>
          <a:schemeClr val="lt1"/>
        </a:solidFill>
      </p:bgPr>
    </p:bg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5" name="Google Shape;585;p37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586" name="Google Shape;586;p37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7" name="Google Shape;587;p37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8" name="Google Shape;588;p37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89" name="Google Shape;589;p37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0" name="Google Shape;590;p37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1" name="Google Shape;591;p37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92" name="Google Shape;592;p37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593" name="Google Shape;593;p37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94" name="Google Shape;594;p37"/>
          <p:cNvSpPr txBox="1"/>
          <p:nvPr>
            <p:ph idx="1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">
    <p:bg>
      <p:bgPr>
        <a:solidFill>
          <a:schemeClr val="lt2"/>
        </a:solidFill>
      </p:bgPr>
    </p:bg>
    <p:spTree>
      <p:nvGrpSpPr>
        <p:cNvPr id="595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96" name="Google Shape;596;p38"/>
          <p:cNvGrpSpPr/>
          <p:nvPr/>
        </p:nvGrpSpPr>
        <p:grpSpPr>
          <a:xfrm rot="5400000">
            <a:off x="596065" y="4459673"/>
            <a:ext cx="369896" cy="333900"/>
            <a:chOff x="96076" y="654376"/>
            <a:chExt cx="369896" cy="333900"/>
          </a:xfrm>
        </p:grpSpPr>
        <p:cxnSp>
          <p:nvCxnSpPr>
            <p:cNvPr id="597" name="Google Shape;59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98" name="Google Shape;59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599" name="Google Shape;59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0" name="Google Shape;600;p38"/>
          <p:cNvGrpSpPr/>
          <p:nvPr/>
        </p:nvGrpSpPr>
        <p:grpSpPr>
          <a:xfrm rot="5400000">
            <a:off x="596065" y="3723173"/>
            <a:ext cx="369896" cy="333900"/>
            <a:chOff x="96076" y="654376"/>
            <a:chExt cx="369896" cy="333900"/>
          </a:xfrm>
        </p:grpSpPr>
        <p:cxnSp>
          <p:nvCxnSpPr>
            <p:cNvPr id="601" name="Google Shape;601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2" name="Google Shape;602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3" name="Google Shape;603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4" name="Google Shape;604;p38"/>
          <p:cNvGrpSpPr/>
          <p:nvPr/>
        </p:nvGrpSpPr>
        <p:grpSpPr>
          <a:xfrm rot="5400000">
            <a:off x="596065" y="2986673"/>
            <a:ext cx="369896" cy="333900"/>
            <a:chOff x="96076" y="654376"/>
            <a:chExt cx="369896" cy="333900"/>
          </a:xfrm>
        </p:grpSpPr>
        <p:cxnSp>
          <p:nvCxnSpPr>
            <p:cNvPr id="605" name="Google Shape;605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06" name="Google Shape;606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07" name="Google Shape;607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08" name="Google Shape;608;p38"/>
          <p:cNvGrpSpPr/>
          <p:nvPr/>
        </p:nvGrpSpPr>
        <p:grpSpPr>
          <a:xfrm rot="5400000">
            <a:off x="596065" y="2250173"/>
            <a:ext cx="369896" cy="333900"/>
            <a:chOff x="96076" y="654376"/>
            <a:chExt cx="369896" cy="333900"/>
          </a:xfrm>
        </p:grpSpPr>
        <p:cxnSp>
          <p:nvCxnSpPr>
            <p:cNvPr id="609" name="Google Shape;609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0" name="Google Shape;610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1" name="Google Shape;611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2" name="Google Shape;612;p38"/>
          <p:cNvGrpSpPr/>
          <p:nvPr/>
        </p:nvGrpSpPr>
        <p:grpSpPr>
          <a:xfrm rot="5400000">
            <a:off x="594827" y="1513673"/>
            <a:ext cx="369896" cy="333900"/>
            <a:chOff x="96076" y="654376"/>
            <a:chExt cx="369896" cy="333900"/>
          </a:xfrm>
        </p:grpSpPr>
        <p:cxnSp>
          <p:nvCxnSpPr>
            <p:cNvPr id="613" name="Google Shape;613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4" name="Google Shape;614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5" name="Google Shape;615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616" name="Google Shape;616;p38"/>
          <p:cNvGrpSpPr/>
          <p:nvPr/>
        </p:nvGrpSpPr>
        <p:grpSpPr>
          <a:xfrm rot="5400000">
            <a:off x="594827" y="777173"/>
            <a:ext cx="369896" cy="333900"/>
            <a:chOff x="96076" y="654376"/>
            <a:chExt cx="369896" cy="333900"/>
          </a:xfrm>
        </p:grpSpPr>
        <p:cxnSp>
          <p:nvCxnSpPr>
            <p:cNvPr id="617" name="Google Shape;617;p3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18" name="Google Shape;618;p3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19" name="Google Shape;619;p3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620" name="Google Shape;620;p3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1" name="Google Shape;621;p3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2" name="Google Shape;622;p3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3" name="Google Shape;623;p3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4" name="Google Shape;624;p3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5" name="Google Shape;625;p38"/>
          <p:cNvSpPr txBox="1"/>
          <p:nvPr>
            <p:ph type="title"/>
          </p:nvPr>
        </p:nvSpPr>
        <p:spPr>
          <a:xfrm>
            <a:off x="1042100" y="334925"/>
            <a:ext cx="7576500" cy="3297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cxnSp>
        <p:nvCxnSpPr>
          <p:cNvPr id="626" name="Google Shape;626;p38"/>
          <p:cNvCxnSpPr/>
          <p:nvPr/>
        </p:nvCxnSpPr>
        <p:spPr>
          <a:xfrm>
            <a:off x="1045950" y="2053193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7" name="Google Shape;627;p38"/>
          <p:cNvCxnSpPr/>
          <p:nvPr/>
        </p:nvCxnSpPr>
        <p:spPr>
          <a:xfrm>
            <a:off x="1045950" y="2800742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8" name="Google Shape;628;p38"/>
          <p:cNvCxnSpPr/>
          <p:nvPr/>
        </p:nvCxnSpPr>
        <p:spPr>
          <a:xfrm>
            <a:off x="1045950" y="35424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9" name="Google Shape;629;p38"/>
          <p:cNvCxnSpPr/>
          <p:nvPr/>
        </p:nvCxnSpPr>
        <p:spPr>
          <a:xfrm>
            <a:off x="1045950" y="4297588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30" name="Google Shape;630;p38"/>
          <p:cNvCxnSpPr/>
          <p:nvPr/>
        </p:nvCxnSpPr>
        <p:spPr>
          <a:xfrm>
            <a:off x="1045950" y="1307575"/>
            <a:ext cx="80985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1" name="Google Shape;631;p38"/>
          <p:cNvSpPr txBox="1"/>
          <p:nvPr>
            <p:ph idx="1" type="subTitle"/>
          </p:nvPr>
        </p:nvSpPr>
        <p:spPr>
          <a:xfrm>
            <a:off x="1042100" y="666250"/>
            <a:ext cx="75819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2" name="Google Shape;632;p38"/>
          <p:cNvSpPr txBox="1"/>
          <p:nvPr>
            <p:ph idx="2" type="subTitle"/>
          </p:nvPr>
        </p:nvSpPr>
        <p:spPr>
          <a:xfrm>
            <a:off x="1042100" y="1307575"/>
            <a:ext cx="7581900" cy="745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3" name="Google Shape;633;p38"/>
          <p:cNvSpPr txBox="1"/>
          <p:nvPr>
            <p:ph idx="3" type="subTitle"/>
          </p:nvPr>
        </p:nvSpPr>
        <p:spPr>
          <a:xfrm>
            <a:off x="1042100" y="2052275"/>
            <a:ext cx="7581900" cy="748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4" name="Google Shape;634;p38"/>
          <p:cNvSpPr txBox="1"/>
          <p:nvPr>
            <p:ph idx="4" type="subTitle"/>
          </p:nvPr>
        </p:nvSpPr>
        <p:spPr>
          <a:xfrm>
            <a:off x="1042100" y="2801150"/>
            <a:ext cx="7581900" cy="741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5" name="Google Shape;635;p38"/>
          <p:cNvSpPr txBox="1"/>
          <p:nvPr>
            <p:ph idx="5" type="subTitle"/>
          </p:nvPr>
        </p:nvSpPr>
        <p:spPr>
          <a:xfrm>
            <a:off x="1042100" y="35424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636" name="Google Shape;636;p38"/>
          <p:cNvSpPr txBox="1"/>
          <p:nvPr>
            <p:ph idx="6" type="subTitle"/>
          </p:nvPr>
        </p:nvSpPr>
        <p:spPr>
          <a:xfrm>
            <a:off x="1042100" y="4297650"/>
            <a:ext cx="7581900" cy="75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BLANK_1_1_3">
    <p:bg>
      <p:bgPr>
        <a:solidFill>
          <a:schemeClr val="lt2"/>
        </a:solidFill>
      </p:bgPr>
    </p:bg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8" name="Google Shape;638;p39"/>
          <p:cNvGrpSpPr/>
          <p:nvPr/>
        </p:nvGrpSpPr>
        <p:grpSpPr>
          <a:xfrm rot="5400000">
            <a:off x="593777" y="548798"/>
            <a:ext cx="369896" cy="333900"/>
            <a:chOff x="96076" y="654376"/>
            <a:chExt cx="369896" cy="333900"/>
          </a:xfrm>
        </p:grpSpPr>
        <p:cxnSp>
          <p:nvCxnSpPr>
            <p:cNvPr id="639" name="Google Shape;639;p3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640" name="Google Shape;640;p3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641" name="Google Shape;641;p3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642" name="Google Shape;642;p39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643" name="Google Shape;643;p3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4" name="Google Shape;644;p3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5" name="Google Shape;645;p3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6" name="Google Shape;646;p3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7" name="Google Shape;647;p3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8" name="Google Shape;648;p39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wun Batang"/>
              <a:buNone/>
              <a:defRPr/>
            </a:lvl9pPr>
          </a:lstStyle>
          <a:p/>
        </p:txBody>
      </p:sp>
      <p:cxnSp>
        <p:nvCxnSpPr>
          <p:cNvPr id="649" name="Google Shape;649;p39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bg>
      <p:bgPr>
        <a:solidFill>
          <a:schemeClr val="lt2"/>
        </a:solidFill>
      </p:bgPr>
    </p:bg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4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2" name="Google Shape;652;p4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3" name="Google Shape;653;p4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4" name="Google Shape;654;p4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5" name="Google Shape;655;p4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56" name="Google Shape;656;p4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6">
    <p:bg>
      <p:bgPr>
        <a:solidFill>
          <a:schemeClr val="lt2"/>
        </a:solidFill>
      </p:bgPr>
    </p:bg>
    <p:spTree>
      <p:nvGrpSpPr>
        <p:cNvPr id="657" name="Shape 6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8" name="Google Shape;658;p4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659" name="Google Shape;659;p4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0" name="Google Shape;660;p4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1" name="Google Shape;661;p4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2" name="Google Shape;662;p4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63" name="Google Shape;663;p4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64" name="Google Shape;664;p4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5" name="Google Shape;665;p4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666" name="Google Shape;666;p4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3">
  <p:cSld name="BLANK_3">
    <p:bg>
      <p:bgPr>
        <a:solidFill>
          <a:schemeClr val="dk2"/>
        </a:solidFill>
      </p:bgPr>
    </p:bg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68" name="Google Shape;668;p42"/>
          <p:cNvGrpSpPr/>
          <p:nvPr/>
        </p:nvGrpSpPr>
        <p:grpSpPr>
          <a:xfrm>
            <a:off x="-800" y="-150"/>
            <a:ext cx="9145250" cy="5144250"/>
            <a:chOff x="-800" y="-150"/>
            <a:chExt cx="9145250" cy="5144250"/>
          </a:xfrm>
        </p:grpSpPr>
        <p:cxnSp>
          <p:nvCxnSpPr>
            <p:cNvPr id="669" name="Google Shape;669;p42"/>
            <p:cNvCxnSpPr/>
            <p:nvPr/>
          </p:nvCxnSpPr>
          <p:spPr>
            <a:xfrm>
              <a:off x="514575" y="-150"/>
              <a:ext cx="0" cy="5143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0" name="Google Shape;670;p42"/>
            <p:cNvCxnSpPr/>
            <p:nvPr/>
          </p:nvCxnSpPr>
          <p:spPr>
            <a:xfrm rot="10800000">
              <a:off x="-800" y="52112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1" name="Google Shape;671;p42"/>
            <p:cNvCxnSpPr/>
            <p:nvPr/>
          </p:nvCxnSpPr>
          <p:spPr>
            <a:xfrm>
              <a:off x="7228800" y="450"/>
              <a:ext cx="0" cy="5214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2" name="Google Shape;672;p42"/>
            <p:cNvCxnSpPr/>
            <p:nvPr/>
          </p:nvCxnSpPr>
          <p:spPr>
            <a:xfrm>
              <a:off x="8622600" y="528"/>
              <a:ext cx="0" cy="51432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3" name="Google Shape;673;p42"/>
            <p:cNvCxnSpPr/>
            <p:nvPr/>
          </p:nvCxnSpPr>
          <p:spPr>
            <a:xfrm rot="10800000">
              <a:off x="-450" y="36104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4" name="Google Shape;674;p42"/>
            <p:cNvCxnSpPr/>
            <p:nvPr/>
          </p:nvCxnSpPr>
          <p:spPr>
            <a:xfrm rot="10800000">
              <a:off x="-450" y="4619575"/>
              <a:ext cx="9144900" cy="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675" name="Google Shape;675;p42"/>
            <p:cNvCxnSpPr/>
            <p:nvPr/>
          </p:nvCxnSpPr>
          <p:spPr>
            <a:xfrm>
              <a:off x="7228850" y="3609300"/>
              <a:ext cx="0" cy="1534800"/>
            </a:xfrm>
            <a:prstGeom prst="straightConnector1">
              <a:avLst/>
            </a:prstGeom>
            <a:noFill/>
            <a:ln cap="flat" cmpd="sng" w="9525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676" name="Google Shape;676;p42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7" name="Google Shape;677;p42"/>
          <p:cNvSpPr txBox="1"/>
          <p:nvPr>
            <p:ph idx="1" type="subTitle"/>
          </p:nvPr>
        </p:nvSpPr>
        <p:spPr>
          <a:xfrm>
            <a:off x="521800" y="2782875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Inter"/>
              <a:buNone/>
              <a:defRPr sz="1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678" name="Google Shape;678;p42"/>
          <p:cNvSpPr txBox="1"/>
          <p:nvPr>
            <p:ph idx="2" type="subTitle"/>
          </p:nvPr>
        </p:nvSpPr>
        <p:spPr>
          <a:xfrm>
            <a:off x="518400" y="3609525"/>
            <a:ext cx="6710400" cy="1010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9" name="Google Shape;679;p42"/>
          <p:cNvSpPr txBox="1"/>
          <p:nvPr>
            <p:ph idx="3" type="subTitle"/>
          </p:nvPr>
        </p:nvSpPr>
        <p:spPr>
          <a:xfrm>
            <a:off x="3171350" y="11075"/>
            <a:ext cx="40575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80" name="Google Shape;680;p42"/>
          <p:cNvSpPr txBox="1"/>
          <p:nvPr>
            <p:ph idx="4" type="subTitle"/>
          </p:nvPr>
        </p:nvSpPr>
        <p:spPr>
          <a:xfrm>
            <a:off x="7228800" y="11075"/>
            <a:ext cx="1393800" cy="5082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6">
  <p:cSld name="BLANK_2">
    <p:bg>
      <p:bgPr>
        <a:solidFill>
          <a:schemeClr val="dk2"/>
        </a:solidFill>
      </p:bgPr>
    </p:bg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2" name="Google Shape;682;p43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3" name="Google Shape;683;p43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4" name="Google Shape;684;p43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5" name="Google Shape;685;p43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6" name="Google Shape;686;p43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7" name="Google Shape;687;p43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88" name="Google Shape;688;p43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89" name="Google Shape;689;p43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0" name="Google Shape;690;p43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- ALT 4">
  <p:cSld name="BLANK_2_2">
    <p:bg>
      <p:bgPr>
        <a:solidFill>
          <a:schemeClr val="dk2"/>
        </a:solidFill>
      </p:bgPr>
    </p:bg>
    <p:spTree>
      <p:nvGrpSpPr>
        <p:cNvPr id="691" name="Shape 6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2" name="Google Shape;692;p44"/>
          <p:cNvSpPr txBox="1"/>
          <p:nvPr>
            <p:ph idx="1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3" name="Google Shape;693;p44"/>
          <p:cNvSpPr txBox="1"/>
          <p:nvPr>
            <p:ph idx="2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94" name="Google Shape;694;p44"/>
          <p:cNvSpPr txBox="1"/>
          <p:nvPr>
            <p:ph idx="3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695" name="Google Shape;695;p44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6" name="Google Shape;696;p44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7" name="Google Shape;697;p44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8" name="Google Shape;698;p44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99" name="Google Shape;699;p44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0" name="Google Shape;700;p44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1" name="Google Shape;701;p44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02" name="Google Shape;702;p44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03" name="Google Shape;703;p44"/>
          <p:cNvSpPr txBox="1"/>
          <p:nvPr>
            <p:ph idx="4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Inter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5">
  <p:cSld name="BLANK_2_1">
    <p:bg>
      <p:bgPr>
        <a:solidFill>
          <a:schemeClr val="lt1"/>
        </a:solidFill>
      </p:bgPr>
    </p:bg>
    <p:spTree>
      <p:nvGrpSpPr>
        <p:cNvPr id="704" name="Shape 7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05" name="Google Shape;705;p4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6" name="Google Shape;706;p4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7" name="Google Shape;707;p4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8" name="Google Shape;708;p4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09" name="Google Shape;709;p45"/>
          <p:cNvCxnSpPr/>
          <p:nvPr/>
        </p:nvCxnSpPr>
        <p:spPr>
          <a:xfrm>
            <a:off x="-675" y="3464200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10" name="Google Shape;710;p45"/>
          <p:cNvCxnSpPr/>
          <p:nvPr/>
        </p:nvCxnSpPr>
        <p:spPr>
          <a:xfrm>
            <a:off x="516375" y="4043175"/>
            <a:ext cx="8111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11" name="Google Shape;711;p45"/>
          <p:cNvSpPr txBox="1"/>
          <p:nvPr>
            <p:ph type="title"/>
          </p:nvPr>
        </p:nvSpPr>
        <p:spPr>
          <a:xfrm>
            <a:off x="511600" y="913900"/>
            <a:ext cx="8111100" cy="160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500"/>
              <a:buFont typeface="Gowun Batang"/>
              <a:buNone/>
              <a:defRPr sz="55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2" name="Google Shape;712;p45"/>
          <p:cNvSpPr txBox="1"/>
          <p:nvPr>
            <p:ph idx="1" type="subTitle"/>
          </p:nvPr>
        </p:nvSpPr>
        <p:spPr>
          <a:xfrm>
            <a:off x="511500" y="2515913"/>
            <a:ext cx="8111100" cy="3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200"/>
              <a:buFont typeface="Inter"/>
              <a:buNone/>
              <a:defRPr>
                <a:solidFill>
                  <a:schemeClr val="accent6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00"/>
              <a:buFont typeface="Inter"/>
              <a:buNone/>
              <a:defRPr>
                <a:solidFill>
                  <a:schemeClr val="accent4"/>
                </a:solidFill>
              </a:defRPr>
            </a:lvl9pPr>
          </a:lstStyle>
          <a:p/>
        </p:txBody>
      </p:sp>
      <p:sp>
        <p:nvSpPr>
          <p:cNvPr id="713" name="Google Shape;713;p45"/>
          <p:cNvSpPr txBox="1"/>
          <p:nvPr>
            <p:ph idx="2" type="subTitle"/>
          </p:nvPr>
        </p:nvSpPr>
        <p:spPr>
          <a:xfrm>
            <a:off x="514575" y="3467000"/>
            <a:ext cx="40575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4" name="Google Shape;714;p45"/>
          <p:cNvSpPr txBox="1"/>
          <p:nvPr>
            <p:ph idx="3" type="subTitle"/>
          </p:nvPr>
        </p:nvSpPr>
        <p:spPr>
          <a:xfrm>
            <a:off x="4572000" y="3467000"/>
            <a:ext cx="4057500" cy="5763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5" name="Google Shape;715;p45"/>
          <p:cNvSpPr txBox="1"/>
          <p:nvPr>
            <p:ph idx="4" type="subTitle"/>
          </p:nvPr>
        </p:nvSpPr>
        <p:spPr>
          <a:xfrm>
            <a:off x="518400" y="4043175"/>
            <a:ext cx="8111100" cy="576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16" name="Google Shape;716;p45"/>
          <p:cNvCxnSpPr/>
          <p:nvPr/>
        </p:nvCxnSpPr>
        <p:spPr>
          <a:xfrm>
            <a:off x="4572000" y="3464200"/>
            <a:ext cx="0" cy="5763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Dark ALT">
  <p:cSld name="BLANK_1_5">
    <p:bg>
      <p:bgPr>
        <a:solidFill>
          <a:schemeClr val="lt1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19" name="Google Shape;719;p4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0" name="Google Shape;720;p4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21" name="Google Shape;721;p4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22" name="Google Shape;722;p4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3" name="Google Shape;723;p4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4" name="Google Shape;724;p4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5" name="Google Shape;725;p4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6" name="Google Shape;726;p4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xecutive Team Intro - ALT 2">
  <p:cSld name="BLANK_1_3">
    <p:bg>
      <p:bgPr>
        <a:solidFill>
          <a:schemeClr val="lt2"/>
        </a:solidFill>
      </p:bgPr>
    </p:bg>
    <p:spTree>
      <p:nvGrpSpPr>
        <p:cNvPr id="727" name="Shape 7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8" name="Google Shape;728;p47"/>
          <p:cNvSpPr txBox="1"/>
          <p:nvPr>
            <p:ph idx="1" type="body"/>
          </p:nvPr>
        </p:nvSpPr>
        <p:spPr>
          <a:xfrm>
            <a:off x="4684025" y="3361000"/>
            <a:ext cx="20901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29" name="Google Shape;729;p47"/>
          <p:cNvSpPr txBox="1"/>
          <p:nvPr>
            <p:ph idx="2" type="body"/>
          </p:nvPr>
        </p:nvSpPr>
        <p:spPr>
          <a:xfrm>
            <a:off x="6774125" y="3361250"/>
            <a:ext cx="23706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0" name="Google Shape;730;p47"/>
          <p:cNvSpPr txBox="1"/>
          <p:nvPr>
            <p:ph idx="3" type="body"/>
          </p:nvPr>
        </p:nvSpPr>
        <p:spPr>
          <a:xfrm>
            <a:off x="2597175" y="3361000"/>
            <a:ext cx="20868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1pPr>
            <a:lvl2pPr indent="-292100" lvl="1" marL="914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2pPr>
            <a:lvl3pPr indent="-292100" lvl="2" marL="1371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3pPr>
            <a:lvl4pPr indent="-292100" lvl="3" marL="18288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4pPr>
            <a:lvl5pPr indent="-292100" lvl="4" marL="22860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5pPr>
            <a:lvl6pPr indent="-292100" lvl="5" marL="27432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 sz="1000"/>
            </a:lvl6pPr>
            <a:lvl7pPr indent="-292100" lvl="6" marL="32004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●"/>
              <a:defRPr sz="1000"/>
            </a:lvl7pPr>
            <a:lvl8pPr indent="-292100" lvl="7" marL="3657600" algn="ctr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Char char="○"/>
              <a:defRPr sz="1000"/>
            </a:lvl8pPr>
            <a:lvl9pPr indent="-292100" lvl="8" marL="4114800" algn="ctr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Char char="■"/>
              <a:defRPr sz="1000"/>
            </a:lvl9pPr>
          </a:lstStyle>
          <a:p/>
        </p:txBody>
      </p:sp>
      <p:sp>
        <p:nvSpPr>
          <p:cNvPr id="731" name="Google Shape;731;p47"/>
          <p:cNvSpPr txBox="1"/>
          <p:nvPr>
            <p:ph idx="4" type="body"/>
          </p:nvPr>
        </p:nvSpPr>
        <p:spPr>
          <a:xfrm>
            <a:off x="520425" y="3361000"/>
            <a:ext cx="2077500" cy="1611300"/>
          </a:xfrm>
          <a:prstGeom prst="rect">
            <a:avLst/>
          </a:prstGeom>
        </p:spPr>
        <p:txBody>
          <a:bodyPr anchorCtr="0" anchor="ctr" bIns="91425" lIns="274300" spcFirstLastPara="1" rIns="274300" wrap="square" tIns="91425">
            <a:normAutofit/>
          </a:bodyPr>
          <a:lstStyle>
            <a:lvl1pPr indent="-2921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732" name="Google Shape;732;p47"/>
          <p:cNvSpPr/>
          <p:nvPr/>
        </p:nvSpPr>
        <p:spPr>
          <a:xfrm rot="-5400000">
            <a:off x="7573550" y="1789950"/>
            <a:ext cx="771000" cy="23706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3" name="Google Shape;733;p47"/>
          <p:cNvSpPr/>
          <p:nvPr/>
        </p:nvSpPr>
        <p:spPr>
          <a:xfrm rot="-5400000">
            <a:off x="5343575" y="1930200"/>
            <a:ext cx="771000" cy="209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4" name="Google Shape;734;p47"/>
          <p:cNvSpPr/>
          <p:nvPr/>
        </p:nvSpPr>
        <p:spPr>
          <a:xfrm rot="-5400000">
            <a:off x="3255125" y="1931850"/>
            <a:ext cx="771000" cy="20868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5" name="Google Shape;735;p47"/>
          <p:cNvSpPr/>
          <p:nvPr/>
        </p:nvSpPr>
        <p:spPr>
          <a:xfrm rot="-5400000">
            <a:off x="1173425" y="1936950"/>
            <a:ext cx="771000" cy="20766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736" name="Google Shape;736;p47"/>
          <p:cNvSpPr txBox="1"/>
          <p:nvPr>
            <p:ph idx="5" type="subTitle"/>
          </p:nvPr>
        </p:nvSpPr>
        <p:spPr>
          <a:xfrm>
            <a:off x="52042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7" name="Google Shape;737;p47"/>
          <p:cNvSpPr txBox="1"/>
          <p:nvPr>
            <p:ph idx="6" type="subTitle"/>
          </p:nvPr>
        </p:nvSpPr>
        <p:spPr>
          <a:xfrm>
            <a:off x="2597225" y="2589750"/>
            <a:ext cx="2076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8" name="Google Shape;738;p47"/>
          <p:cNvSpPr txBox="1"/>
          <p:nvPr>
            <p:ph idx="7" type="subTitle"/>
          </p:nvPr>
        </p:nvSpPr>
        <p:spPr>
          <a:xfrm>
            <a:off x="4685675" y="2589750"/>
            <a:ext cx="20901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39" name="Google Shape;739;p47"/>
          <p:cNvSpPr txBox="1"/>
          <p:nvPr>
            <p:ph idx="8" type="subTitle"/>
          </p:nvPr>
        </p:nvSpPr>
        <p:spPr>
          <a:xfrm>
            <a:off x="6773425" y="2589750"/>
            <a:ext cx="2370600" cy="77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Medium"/>
              <a:buNone/>
              <a:defRPr sz="1000"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740" name="Google Shape;740;p47"/>
          <p:cNvSpPr/>
          <p:nvPr>
            <p:ph idx="9" type="pic"/>
          </p:nvPr>
        </p:nvSpPr>
        <p:spPr>
          <a:xfrm>
            <a:off x="6773402" y="841675"/>
            <a:ext cx="23706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1" name="Google Shape;741;p47"/>
          <p:cNvSpPr/>
          <p:nvPr>
            <p:ph idx="13" type="pic"/>
          </p:nvPr>
        </p:nvSpPr>
        <p:spPr>
          <a:xfrm>
            <a:off x="4685838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2" name="Google Shape;742;p47"/>
          <p:cNvSpPr/>
          <p:nvPr>
            <p:ph idx="14" type="pic"/>
          </p:nvPr>
        </p:nvSpPr>
        <p:spPr>
          <a:xfrm>
            <a:off x="2597225" y="841675"/>
            <a:ext cx="2086800" cy="1748700"/>
          </a:xfrm>
          <a:prstGeom prst="rect">
            <a:avLst/>
          </a:prstGeom>
          <a:noFill/>
          <a:ln>
            <a:noFill/>
          </a:ln>
        </p:spPr>
      </p:sp>
      <p:sp>
        <p:nvSpPr>
          <p:cNvPr id="743" name="Google Shape;743;p47"/>
          <p:cNvSpPr/>
          <p:nvPr>
            <p:ph idx="15" type="pic"/>
          </p:nvPr>
        </p:nvSpPr>
        <p:spPr>
          <a:xfrm>
            <a:off x="520725" y="841675"/>
            <a:ext cx="2076600" cy="1748700"/>
          </a:xfrm>
          <a:prstGeom prst="rect">
            <a:avLst/>
          </a:prstGeom>
          <a:noFill/>
          <a:ln>
            <a:noFill/>
          </a:ln>
        </p:spPr>
      </p:sp>
      <p:cxnSp>
        <p:nvCxnSpPr>
          <p:cNvPr id="744" name="Google Shape;744;p47"/>
          <p:cNvCxnSpPr/>
          <p:nvPr/>
        </p:nvCxnSpPr>
        <p:spPr>
          <a:xfrm>
            <a:off x="2598000" y="842050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5" name="Google Shape;745;p47"/>
          <p:cNvCxnSpPr/>
          <p:nvPr/>
        </p:nvCxnSpPr>
        <p:spPr>
          <a:xfrm>
            <a:off x="6773750" y="841675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6" name="Google Shape;746;p47"/>
          <p:cNvCxnSpPr/>
          <p:nvPr/>
        </p:nvCxnSpPr>
        <p:spPr>
          <a:xfrm>
            <a:off x="4684713" y="842026"/>
            <a:ext cx="0" cy="430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7" name="Google Shape;747;p47"/>
          <p:cNvCxnSpPr/>
          <p:nvPr/>
        </p:nvCxnSpPr>
        <p:spPr>
          <a:xfrm rot="10800000">
            <a:off x="520800" y="33610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48" name="Google Shape;748;p47"/>
          <p:cNvCxnSpPr/>
          <p:nvPr/>
        </p:nvCxnSpPr>
        <p:spPr>
          <a:xfrm rot="10800000">
            <a:off x="520800" y="25904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49" name="Google Shape;749;p47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0" name="Google Shape;750;p47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751" name="Google Shape;751;p47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752" name="Google Shape;752;p4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3" name="Google Shape;753;p4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4" name="Google Shape;754;p4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5" name="Google Shape;755;p4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56" name="Google Shape;756;p47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57" name="Google Shape;757;p47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_2">
    <p:bg>
      <p:bgPr>
        <a:solidFill>
          <a:schemeClr val="lt1"/>
        </a:solidFill>
      </p:bgPr>
    </p:bg>
    <p:spTree>
      <p:nvGrpSpPr>
        <p:cNvPr id="758" name="Shape 7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9" name="Google Shape;759;p48"/>
          <p:cNvGrpSpPr/>
          <p:nvPr/>
        </p:nvGrpSpPr>
        <p:grpSpPr>
          <a:xfrm rot="5400000">
            <a:off x="593777" y="660623"/>
            <a:ext cx="369896" cy="333900"/>
            <a:chOff x="96076" y="654376"/>
            <a:chExt cx="369896" cy="333900"/>
          </a:xfrm>
        </p:grpSpPr>
        <p:cxnSp>
          <p:nvCxnSpPr>
            <p:cNvPr id="760" name="Google Shape;760;p4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61" name="Google Shape;761;p4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62" name="Google Shape;762;p4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763" name="Google Shape;763;p48"/>
          <p:cNvSpPr txBox="1"/>
          <p:nvPr>
            <p:ph type="title"/>
          </p:nvPr>
        </p:nvSpPr>
        <p:spPr>
          <a:xfrm flipH="1">
            <a:off x="1040750" y="334850"/>
            <a:ext cx="7581900" cy="88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wun Batang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Gowun Batang"/>
              <a:buNone/>
              <a:defRPr sz="4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4" name="Google Shape;764;p48"/>
          <p:cNvSpPr txBox="1"/>
          <p:nvPr>
            <p:ph idx="1" type="body"/>
          </p:nvPr>
        </p:nvSpPr>
        <p:spPr>
          <a:xfrm>
            <a:off x="1042100" y="1307575"/>
            <a:ext cx="3977100" cy="3522300"/>
          </a:xfrm>
          <a:prstGeom prst="rect">
            <a:avLst/>
          </a:prstGeom>
        </p:spPr>
        <p:txBody>
          <a:bodyPr anchorCtr="0" anchor="t" bIns="91425" lIns="274300" spcFirstLastPara="1" rIns="91425" wrap="square" tIns="27430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65" name="Google Shape;765;p48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6" name="Google Shape;766;p48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67" name="Google Shape;767;p48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768" name="Google Shape;768;p4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69" name="Google Shape;769;p4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0" name="Google Shape;770;p4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1" name="Google Shape;771;p4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2" name="Google Shape;772;p4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73" name="Google Shape;773;p48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BLANK_1_1_1">
    <p:bg>
      <p:bgPr>
        <a:solidFill>
          <a:schemeClr val="lt2"/>
        </a:solidFill>
      </p:bgPr>
    </p:bg>
    <p:spTree>
      <p:nvGrpSpPr>
        <p:cNvPr id="774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5" name="Google Shape;775;p49"/>
          <p:cNvGrpSpPr/>
          <p:nvPr/>
        </p:nvGrpSpPr>
        <p:grpSpPr>
          <a:xfrm rot="5400000">
            <a:off x="593777" y="654575"/>
            <a:ext cx="369896" cy="333900"/>
            <a:chOff x="96076" y="654376"/>
            <a:chExt cx="369896" cy="333900"/>
          </a:xfrm>
        </p:grpSpPr>
        <p:cxnSp>
          <p:nvCxnSpPr>
            <p:cNvPr id="776" name="Google Shape;776;p4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77" name="Google Shape;777;p4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78" name="Google Shape;778;p4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79" name="Google Shape;779;p49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0" name="Google Shape;780;p4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1" name="Google Shape;781;p4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2" name="Google Shape;782;p4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3" name="Google Shape;783;p4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4" name="Google Shape;784;p4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85" name="Google Shape;785;p49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786" name="Google Shape;786;p49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7" name="Google Shape;787;p49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788" name="Google Shape;788;p4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- ALT 1">
  <p:cSld name="BLANK_1_1_1_2">
    <p:bg>
      <p:bgPr>
        <a:solidFill>
          <a:schemeClr val="lt2"/>
        </a:solidFill>
      </p:bgPr>
    </p:bg>
    <p:spTree>
      <p:nvGrpSpPr>
        <p:cNvPr id="789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0" name="Google Shape;790;p50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791" name="Google Shape;791;p5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792" name="Google Shape;792;p5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793" name="Google Shape;793;p5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cxnSp>
        <p:nvCxnSpPr>
          <p:cNvPr id="794" name="Google Shape;794;p50"/>
          <p:cNvCxnSpPr/>
          <p:nvPr/>
        </p:nvCxnSpPr>
        <p:spPr>
          <a:xfrm>
            <a:off x="5019250" y="1307650"/>
            <a:ext cx="0" cy="38514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5" name="Google Shape;795;p5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6" name="Google Shape;796;p5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7" name="Google Shape;797;p5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8" name="Google Shape;798;p5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99" name="Google Shape;799;p5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00" name="Google Shape;800;p50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01" name="Google Shape;801;p50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sp>
        <p:nvSpPr>
          <p:cNvPr id="802" name="Google Shape;802;p50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3" name="Google Shape;803;p50"/>
          <p:cNvSpPr txBox="1"/>
          <p:nvPr>
            <p:ph idx="2" type="body"/>
          </p:nvPr>
        </p:nvSpPr>
        <p:spPr>
          <a:xfrm>
            <a:off x="501925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04" name="Google Shape;804;p5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5" name="Google Shape;805;p50"/>
          <p:cNvSpPr txBox="1"/>
          <p:nvPr>
            <p:ph idx="4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6" name="Google Shape;806;p50"/>
          <p:cNvSpPr txBox="1"/>
          <p:nvPr>
            <p:ph idx="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07" name="Google Shape;807;p50"/>
          <p:cNvSpPr txBox="1"/>
          <p:nvPr>
            <p:ph idx="6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  <p:sp>
        <p:nvSpPr>
          <p:cNvPr id="808" name="Google Shape;808;p50"/>
          <p:cNvSpPr txBox="1"/>
          <p:nvPr>
            <p:ph idx="7" type="title"/>
          </p:nvPr>
        </p:nvSpPr>
        <p:spPr>
          <a:xfrm>
            <a:off x="501925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bg>
      <p:bgPr>
        <a:solidFill>
          <a:schemeClr val="lt2"/>
        </a:solidFill>
      </p:bgPr>
    </p:bg>
    <p:spTree>
      <p:nvGrpSpPr>
        <p:cNvPr id="809" name="Shape 8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0" name="Google Shape;810;p51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11" name="Google Shape;811;p51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12" name="Google Shape;812;p51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13" name="Google Shape;813;p51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14" name="Google Shape;814;p51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15" name="Google Shape;815;p5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6" name="Google Shape;816;p5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7" name="Google Shape;817;p5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8" name="Google Shape;818;p5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19" name="Google Shape;819;p5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0" name="Google Shape;820;p51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1">
  <p:cSld name="BLANK_1_1_1_1_2">
    <p:bg>
      <p:bgPr>
        <a:solidFill>
          <a:schemeClr val="lt2"/>
        </a:solidFill>
      </p:bgPr>
    </p:bg>
    <p:spTree>
      <p:nvGrpSpPr>
        <p:cNvPr id="821" name="Shape 8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2" name="Google Shape;822;p52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23" name="Google Shape;823;p52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4" name="Google Shape;824;p52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25" name="Google Shape;825;p52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26" name="Google Shape;826;p52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27" name="Google Shape;827;p5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8" name="Google Shape;828;p5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29" name="Google Shape;829;p5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0" name="Google Shape;830;p5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1" name="Google Shape;831;p5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32" name="Google Shape;832;p52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33" name="Google Shape;833;p5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4" name="Google Shape;834;p5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35" name="Google Shape;835;p5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BLANK_1_1_1_1_1">
    <p:bg>
      <p:bgPr>
        <a:solidFill>
          <a:schemeClr val="lt2"/>
        </a:solidFill>
      </p:bgPr>
    </p:bg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7" name="Google Shape;837;p5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38" name="Google Shape;838;p5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39" name="Google Shape;839;p5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40" name="Google Shape;840;p5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41" name="Google Shape;841;p53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42" name="Google Shape;842;p5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3" name="Google Shape;843;p5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4" name="Google Shape;844;p5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5" name="Google Shape;845;p5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6" name="Google Shape;846;p5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7" name="Google Shape;847;p53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48" name="Google Shape;848;p53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- ALT 1">
  <p:cSld name="BLANK_1_1_1_1_1_2">
    <p:bg>
      <p:bgPr>
        <a:solidFill>
          <a:schemeClr val="lt2"/>
        </a:solidFill>
      </p:bgPr>
    </p:bg>
    <p:spTree>
      <p:nvGrpSpPr>
        <p:cNvPr id="849" name="Shape 8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0" name="Google Shape;850;p5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851" name="Google Shape;851;p5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52" name="Google Shape;852;p5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853" name="Google Shape;853;p5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854" name="Google Shape;854;p54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9pPr>
          </a:lstStyle>
          <a:p/>
        </p:txBody>
      </p:sp>
      <p:cxnSp>
        <p:nvCxnSpPr>
          <p:cNvPr id="855" name="Google Shape;855;p5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6" name="Google Shape;856;p5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7" name="Google Shape;857;p5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8" name="Google Shape;858;p5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59" name="Google Shape;859;p5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0" name="Google Shape;860;p54"/>
          <p:cNvCxnSpPr/>
          <p:nvPr/>
        </p:nvCxnSpPr>
        <p:spPr>
          <a:xfrm>
            <a:off x="1042100" y="1307575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61" name="Google Shape;861;p54"/>
          <p:cNvSpPr txBox="1"/>
          <p:nvPr>
            <p:ph idx="1" type="body"/>
          </p:nvPr>
        </p:nvSpPr>
        <p:spPr>
          <a:xfrm>
            <a:off x="1042100" y="1860050"/>
            <a:ext cx="3614400" cy="29697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62" name="Google Shape;862;p5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3" name="Google Shape;863;p5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4" name="Google Shape;864;p5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65" name="Google Shape;865;p54"/>
          <p:cNvSpPr txBox="1"/>
          <p:nvPr>
            <p:ph idx="5" type="title"/>
          </p:nvPr>
        </p:nvSpPr>
        <p:spPr>
          <a:xfrm>
            <a:off x="1042100" y="130770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BLANK_1_1_1_1_1_1">
    <p:bg>
      <p:bgPr>
        <a:solidFill>
          <a:schemeClr val="lt2"/>
        </a:solidFill>
      </p:bgPr>
    </p:bg>
    <p:spTree>
      <p:nvGrpSpPr>
        <p:cNvPr id="866" name="Shape 8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67" name="Google Shape;867;p55"/>
          <p:cNvCxnSpPr/>
          <p:nvPr/>
        </p:nvCxnSpPr>
        <p:spPr>
          <a:xfrm>
            <a:off x="514575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8" name="Google Shape;868;p55"/>
          <p:cNvCxnSpPr/>
          <p:nvPr/>
        </p:nvCxnSpPr>
        <p:spPr>
          <a:xfrm>
            <a:off x="8622600" y="521125"/>
            <a:ext cx="0" cy="40983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69" name="Google Shape;869;p55"/>
          <p:cNvCxnSpPr/>
          <p:nvPr/>
        </p:nvCxnSpPr>
        <p:spPr>
          <a:xfrm>
            <a:off x="-675" y="5211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0" name="Google Shape;870;p55"/>
          <p:cNvCxnSpPr/>
          <p:nvPr/>
        </p:nvCxnSpPr>
        <p:spPr>
          <a:xfrm>
            <a:off x="-675" y="4619425"/>
            <a:ext cx="9145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1" name="Google Shape;871;p55"/>
          <p:cNvSpPr txBox="1"/>
          <p:nvPr>
            <p:ph type="title"/>
          </p:nvPr>
        </p:nvSpPr>
        <p:spPr>
          <a:xfrm>
            <a:off x="511600" y="1703125"/>
            <a:ext cx="8111100" cy="1734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wun Batang"/>
              <a:buNone/>
              <a:defRPr sz="44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None/>
              <a:defRPr sz="5500"/>
            </a:lvl9pPr>
          </a:lstStyle>
          <a:p/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BLANK_1_1_1_1_1_1_1_1_2_3">
    <p:bg>
      <p:bgPr>
        <a:solidFill>
          <a:schemeClr val="lt2"/>
        </a:solidFill>
      </p:bgPr>
    </p:bg>
    <p:spTree>
      <p:nvGrpSpPr>
        <p:cNvPr id="872" name="Shape 8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3" name="Google Shape;873;p56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74" name="Google Shape;874;p5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5" name="Google Shape;875;p5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6" name="Google Shape;876;p56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77" name="Google Shape;877;p5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8" name="Google Shape;878;p56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ALT 1">
  <p:cSld name="BLANK_1_1_1_1_1_1_1_1_2_3_1">
    <p:bg>
      <p:bgPr>
        <a:solidFill>
          <a:schemeClr val="lt2"/>
        </a:solidFill>
      </p:bgPr>
    </p:bg>
    <p:spTree>
      <p:nvGrpSpPr>
        <p:cNvPr id="879" name="Shape 8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" name="Google Shape;880;p57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881" name="Google Shape;881;p5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2" name="Google Shape;882;p5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3" name="Google Shape;883;p57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84" name="Google Shape;884;p5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85" name="Google Shape;885;p57"/>
          <p:cNvSpPr txBox="1"/>
          <p:nvPr>
            <p:ph idx="1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886" name="Google Shape;886;p57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7" name="Google Shape;887;p57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888" name="Google Shape;888;p57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raph Comment - Dark ALT">
  <p:cSld name="BLANK_1_1_1_1_1_1_1_1_2_2">
    <p:bg>
      <p:bgPr>
        <a:solidFill>
          <a:schemeClr val="dk2"/>
        </a:solidFill>
      </p:bgPr>
    </p:bg>
    <p:spTree>
      <p:nvGrpSpPr>
        <p:cNvPr id="889" name="Shape 8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Google Shape;890;p58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891" name="Google Shape;891;p5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2" name="Google Shape;892;p5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3" name="Google Shape;893;p5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894" name="Google Shape;894;p5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5" name="Google Shape;895;p58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96" name="Google Shape;896;p5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97" name="Google Shape;897;p58"/>
          <p:cNvSpPr txBox="1"/>
          <p:nvPr>
            <p:ph type="title"/>
          </p:nvPr>
        </p:nvSpPr>
        <p:spPr>
          <a:xfrm>
            <a:off x="6773750" y="841725"/>
            <a:ext cx="1848900" cy="364800"/>
          </a:xfrm>
          <a:prstGeom prst="rect">
            <a:avLst/>
          </a:prstGeom>
        </p:spPr>
        <p:txBody>
          <a:bodyPr anchorCtr="0" anchor="ctr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898" name="Google Shape;898;p58"/>
          <p:cNvSpPr txBox="1"/>
          <p:nvPr>
            <p:ph idx="4" type="subTitle"/>
          </p:nvPr>
        </p:nvSpPr>
        <p:spPr>
          <a:xfrm>
            <a:off x="6773750" y="1252675"/>
            <a:ext cx="1848900" cy="335100"/>
          </a:xfrm>
          <a:prstGeom prst="rect">
            <a:avLst/>
          </a:prstGeom>
        </p:spPr>
        <p:txBody>
          <a:bodyPr anchorCtr="0" anchor="t" bIns="0" lIns="182875" spcFirstLastPara="1" rIns="9142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9" name="Google Shape;899;p58"/>
          <p:cNvSpPr txBox="1"/>
          <p:nvPr>
            <p:ph idx="5" type="body"/>
          </p:nvPr>
        </p:nvSpPr>
        <p:spPr>
          <a:xfrm>
            <a:off x="6773750" y="1633925"/>
            <a:ext cx="1848900" cy="32109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900" name="Google Shape;900;p58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- Dark ALT">
  <p:cSld name="BLANK_1_1_1_1_1_1_1_1_2_2_1">
    <p:bg>
      <p:bgPr>
        <a:solidFill>
          <a:schemeClr val="dk2"/>
        </a:solidFill>
      </p:bgPr>
    </p:bg>
    <p:spTree>
      <p:nvGrpSpPr>
        <p:cNvPr id="901" name="Shape 9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2" name="Google Shape;902;p59"/>
          <p:cNvSpPr/>
          <p:nvPr/>
        </p:nvSpPr>
        <p:spPr>
          <a:xfrm>
            <a:off x="6771475" y="-25"/>
            <a:ext cx="23724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03" name="Google Shape;903;p59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4" name="Google Shape;904;p59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05" name="Google Shape;905;p59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06" name="Google Shape;906;p5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7" name="Google Shape;907;p59"/>
          <p:cNvCxnSpPr/>
          <p:nvPr/>
        </p:nvCxnSpPr>
        <p:spPr>
          <a:xfrm>
            <a:off x="67737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8" name="Google Shape;908;p5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09" name="Google Shape;909;p59"/>
          <p:cNvCxnSpPr/>
          <p:nvPr/>
        </p:nvCxnSpPr>
        <p:spPr>
          <a:xfrm>
            <a:off x="521250" y="334900"/>
            <a:ext cx="86229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0" name="Google Shape;910;p59"/>
          <p:cNvSpPr txBox="1"/>
          <p:nvPr>
            <p:ph idx="4" type="body"/>
          </p:nvPr>
        </p:nvSpPr>
        <p:spPr>
          <a:xfrm>
            <a:off x="6773750" y="841725"/>
            <a:ext cx="1848900" cy="4003200"/>
          </a:xfrm>
          <a:prstGeom prst="rect">
            <a:avLst/>
          </a:prstGeom>
        </p:spPr>
        <p:txBody>
          <a:bodyPr anchorCtr="0" anchor="t" bIns="146300" lIns="182875" spcFirstLastPara="1" rIns="9142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●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Char char="○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dk1"/>
              </a:buClr>
              <a:buSzPts val="1000"/>
              <a:buFont typeface="Inter Light"/>
              <a:buChar char="■"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LANK_1_1_1_1_1_1_1_1_1">
    <p:bg>
      <p:bgPr>
        <a:solidFill>
          <a:schemeClr val="lt2"/>
        </a:solidFill>
      </p:bgPr>
    </p:bg>
    <p:spTree>
      <p:nvGrpSpPr>
        <p:cNvPr id="91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2" name="Google Shape;912;p6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3" name="Google Shape;913;p6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4" name="Google Shape;914;p6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15" name="Google Shape;915;p6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16" name="Google Shape;916;p60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17" name="Google Shape;917;p60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- ALT 1">
  <p:cSld name="BLANK_1_1_1_1_1_1_1_1_1_2">
    <p:bg>
      <p:bgPr>
        <a:solidFill>
          <a:schemeClr val="lt2"/>
        </a:solidFill>
      </p:bgPr>
    </p:bg>
    <p:spTree>
      <p:nvGrpSpPr>
        <p:cNvPr id="918" name="Shape 9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9" name="Google Shape;919;p6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0" name="Google Shape;920;p6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1" name="Google Shape;921;p6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2" name="Google Shape;922;p6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23" name="Google Shape;923;p61"/>
          <p:cNvSpPr txBox="1"/>
          <p:nvPr>
            <p:ph idx="1" type="body"/>
          </p:nvPr>
        </p:nvSpPr>
        <p:spPr>
          <a:xfrm>
            <a:off x="5019300" y="1471750"/>
            <a:ext cx="3614400" cy="33576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24" name="Google Shape;924;p61"/>
          <p:cNvSpPr txBox="1"/>
          <p:nvPr>
            <p:ph type="title"/>
          </p:nvPr>
        </p:nvSpPr>
        <p:spPr>
          <a:xfrm>
            <a:off x="1428975" y="1989426"/>
            <a:ext cx="2682600" cy="137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●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○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Inter SemiBold"/>
              <a:buChar char="■"/>
              <a:defRPr sz="55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25" name="Google Shape;925;p61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6" name="Google Shape;926;p6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7" name="Google Shape;927;p61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28" name="Google Shape;928;p61"/>
          <p:cNvSpPr txBox="1"/>
          <p:nvPr>
            <p:ph idx="5" type="title"/>
          </p:nvPr>
        </p:nvSpPr>
        <p:spPr>
          <a:xfrm>
            <a:off x="5019300" y="919750"/>
            <a:ext cx="3614400" cy="552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None/>
              <a:defRPr sz="1500">
                <a:solidFill>
                  <a:schemeClr val="accen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2">
  <p:cSld name="BLANK_1_1_1_1_1_1_1_1_1_1_2">
    <p:bg>
      <p:bgPr>
        <a:solidFill>
          <a:schemeClr val="lt2"/>
        </a:solidFill>
      </p:bgPr>
    </p:bg>
    <p:spTree>
      <p:nvGrpSpPr>
        <p:cNvPr id="929" name="Shape 9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0" name="Google Shape;930;p62"/>
          <p:cNvSpPr/>
          <p:nvPr/>
        </p:nvSpPr>
        <p:spPr>
          <a:xfrm>
            <a:off x="3456825" y="841725"/>
            <a:ext cx="2763600" cy="4301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sp>
        <p:nvSpPr>
          <p:cNvPr id="931" name="Google Shape;931;p62"/>
          <p:cNvSpPr txBox="1"/>
          <p:nvPr>
            <p:ph idx="1" type="subTitle"/>
          </p:nvPr>
        </p:nvSpPr>
        <p:spPr>
          <a:xfrm>
            <a:off x="10353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2" name="Google Shape;932;p62"/>
          <p:cNvSpPr txBox="1"/>
          <p:nvPr>
            <p:ph idx="2" type="subTitle"/>
          </p:nvPr>
        </p:nvSpPr>
        <p:spPr>
          <a:xfrm>
            <a:off x="6725775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3" name="Google Shape;933;p62"/>
          <p:cNvSpPr txBox="1"/>
          <p:nvPr>
            <p:ph idx="3" type="subTitle"/>
          </p:nvPr>
        </p:nvSpPr>
        <p:spPr>
          <a:xfrm>
            <a:off x="3887200" y="4439000"/>
            <a:ext cx="1916100" cy="342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4" name="Google Shape;934;p62"/>
          <p:cNvSpPr txBox="1"/>
          <p:nvPr>
            <p:ph type="title"/>
          </p:nvPr>
        </p:nvSpPr>
        <p:spPr>
          <a:xfrm>
            <a:off x="25115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5" name="Google Shape;935;p62"/>
          <p:cNvSpPr txBox="1"/>
          <p:nvPr>
            <p:ph idx="4" type="title"/>
          </p:nvPr>
        </p:nvSpPr>
        <p:spPr>
          <a:xfrm>
            <a:off x="8201950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36" name="Google Shape;936;p62"/>
          <p:cNvSpPr txBox="1"/>
          <p:nvPr>
            <p:ph idx="5" type="title"/>
          </p:nvPr>
        </p:nvSpPr>
        <p:spPr>
          <a:xfrm>
            <a:off x="11791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7" name="Google Shape;937;p62"/>
          <p:cNvSpPr txBox="1"/>
          <p:nvPr>
            <p:ph idx="6" type="title"/>
          </p:nvPr>
        </p:nvSpPr>
        <p:spPr>
          <a:xfrm>
            <a:off x="686955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●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○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Char char="■"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8" name="Google Shape;938;p62"/>
          <p:cNvSpPr txBox="1"/>
          <p:nvPr>
            <p:ph idx="7" type="title"/>
          </p:nvPr>
        </p:nvSpPr>
        <p:spPr>
          <a:xfrm>
            <a:off x="4906000" y="3973850"/>
            <a:ext cx="4875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●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○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Char char="■"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39" name="Google Shape;939;p62"/>
          <p:cNvSpPr txBox="1"/>
          <p:nvPr>
            <p:ph idx="8" type="title"/>
          </p:nvPr>
        </p:nvSpPr>
        <p:spPr>
          <a:xfrm>
            <a:off x="5363375" y="4104025"/>
            <a:ext cx="439800" cy="3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●"/>
              <a:defRPr sz="800"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○"/>
              <a:defRPr sz="800"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 Light"/>
              <a:buChar char="■"/>
              <a:defRPr sz="8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940" name="Google Shape;940;p62"/>
          <p:cNvSpPr txBox="1"/>
          <p:nvPr>
            <p:ph idx="9" type="body"/>
          </p:nvPr>
        </p:nvSpPr>
        <p:spPr>
          <a:xfrm>
            <a:off x="922250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1" name="Google Shape;941;p62"/>
          <p:cNvSpPr txBox="1"/>
          <p:nvPr>
            <p:ph idx="13" type="body"/>
          </p:nvPr>
        </p:nvSpPr>
        <p:spPr>
          <a:xfrm>
            <a:off x="6613213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2" name="Google Shape;942;p62"/>
          <p:cNvSpPr txBox="1"/>
          <p:nvPr>
            <p:ph idx="14" type="body"/>
          </p:nvPr>
        </p:nvSpPr>
        <p:spPr>
          <a:xfrm>
            <a:off x="3767726" y="2203550"/>
            <a:ext cx="2141100" cy="1649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943" name="Google Shape;943;p62"/>
          <p:cNvSpPr txBox="1"/>
          <p:nvPr>
            <p:ph idx="15" type="title"/>
          </p:nvPr>
        </p:nvSpPr>
        <p:spPr>
          <a:xfrm>
            <a:off x="922925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44" name="Google Shape;944;p62"/>
          <p:cNvCxnSpPr/>
          <p:nvPr/>
        </p:nvCxnSpPr>
        <p:spPr>
          <a:xfrm rot="10800000">
            <a:off x="13529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5" name="Google Shape;945;p62"/>
          <p:cNvSpPr/>
          <p:nvPr/>
        </p:nvSpPr>
        <p:spPr>
          <a:xfrm>
            <a:off x="13494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946" name="Google Shape;946;p62"/>
          <p:cNvCxnSpPr/>
          <p:nvPr/>
        </p:nvCxnSpPr>
        <p:spPr>
          <a:xfrm rot="10800000">
            <a:off x="10353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47" name="Google Shape;947;p62"/>
          <p:cNvSpPr txBox="1"/>
          <p:nvPr>
            <p:ph idx="16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8" name="Google Shape;948;p62"/>
          <p:cNvSpPr txBox="1"/>
          <p:nvPr>
            <p:ph idx="17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949" name="Google Shape;949;p62"/>
          <p:cNvSpPr txBox="1"/>
          <p:nvPr>
            <p:ph idx="1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950" name="Google Shape;950;p6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1" name="Google Shape;951;p6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2" name="Google Shape;952;p6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3" name="Google Shape;953;p6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54" name="Google Shape;954;p6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5" name="Google Shape;955;p62"/>
          <p:cNvSpPr txBox="1"/>
          <p:nvPr>
            <p:ph idx="19" type="title"/>
          </p:nvPr>
        </p:nvSpPr>
        <p:spPr>
          <a:xfrm flipH="1">
            <a:off x="524150" y="334900"/>
            <a:ext cx="62487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956" name="Google Shape;956;p62"/>
          <p:cNvCxnSpPr/>
          <p:nvPr/>
        </p:nvCxnSpPr>
        <p:spPr>
          <a:xfrm rot="10800000">
            <a:off x="7043347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7" name="Google Shape;957;p62"/>
          <p:cNvSpPr/>
          <p:nvPr/>
        </p:nvSpPr>
        <p:spPr>
          <a:xfrm>
            <a:off x="7039865" y="4383492"/>
            <a:ext cx="105900" cy="1110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58" name="Google Shape;958;p62"/>
          <p:cNvCxnSpPr/>
          <p:nvPr/>
        </p:nvCxnSpPr>
        <p:spPr>
          <a:xfrm rot="10800000">
            <a:off x="6725765" y="4439000"/>
            <a:ext cx="3177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9" name="Google Shape;959;p62"/>
          <p:cNvSpPr txBox="1"/>
          <p:nvPr>
            <p:ph idx="20" type="title"/>
          </p:nvPr>
        </p:nvSpPr>
        <p:spPr>
          <a:xfrm>
            <a:off x="6613888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0" name="Google Shape;960;p62"/>
          <p:cNvCxnSpPr/>
          <p:nvPr/>
        </p:nvCxnSpPr>
        <p:spPr>
          <a:xfrm rot="10800000">
            <a:off x="520800" y="220322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1" name="Google Shape;961;p62"/>
          <p:cNvSpPr txBox="1"/>
          <p:nvPr>
            <p:ph idx="21" type="title"/>
          </p:nvPr>
        </p:nvSpPr>
        <p:spPr>
          <a:xfrm>
            <a:off x="3768413" y="841900"/>
            <a:ext cx="2141100" cy="13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SemiBold"/>
              <a:buNone/>
              <a:defRPr sz="10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962" name="Google Shape;962;p62"/>
          <p:cNvCxnSpPr/>
          <p:nvPr/>
        </p:nvCxnSpPr>
        <p:spPr>
          <a:xfrm rot="10800000">
            <a:off x="4204772" y="4439001"/>
            <a:ext cx="1598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63" name="Google Shape;963;p62"/>
          <p:cNvSpPr/>
          <p:nvPr/>
        </p:nvSpPr>
        <p:spPr>
          <a:xfrm>
            <a:off x="5076315" y="4383492"/>
            <a:ext cx="105900" cy="1110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964" name="Google Shape;964;p62"/>
          <p:cNvCxnSpPr/>
          <p:nvPr/>
        </p:nvCxnSpPr>
        <p:spPr>
          <a:xfrm rot="10800000">
            <a:off x="3887050" y="4439000"/>
            <a:ext cx="1212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65" name="Google Shape;965;p62"/>
          <p:cNvCxnSpPr/>
          <p:nvPr/>
        </p:nvCxnSpPr>
        <p:spPr>
          <a:xfrm rot="10800000">
            <a:off x="527025" y="38524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 - ALT 3">
  <p:cSld name="CUSTOM">
    <p:bg>
      <p:bgPr>
        <a:solidFill>
          <a:schemeClr val="lt1"/>
        </a:solidFill>
      </p:bgPr>
    </p:bg>
    <p:spTree>
      <p:nvGrpSpPr>
        <p:cNvPr id="966" name="Shape 9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7" name="Google Shape;967;p63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968" name="Google Shape;968;p63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969" name="Google Shape;969;p63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970" name="Google Shape;970;p63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971" name="Google Shape;971;p63"/>
          <p:cNvSpPr txBox="1"/>
          <p:nvPr>
            <p:ph type="title"/>
          </p:nvPr>
        </p:nvSpPr>
        <p:spPr>
          <a:xfrm>
            <a:off x="4322575" y="121745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2" name="Google Shape;972;p63"/>
          <p:cNvSpPr txBox="1"/>
          <p:nvPr>
            <p:ph idx="2" type="title"/>
          </p:nvPr>
        </p:nvSpPr>
        <p:spPr>
          <a:xfrm>
            <a:off x="1040875" y="1217450"/>
            <a:ext cx="3281700" cy="552000"/>
          </a:xfrm>
          <a:prstGeom prst="rect">
            <a:avLst/>
          </a:prstGeom>
        </p:spPr>
        <p:txBody>
          <a:bodyPr anchorCtr="0" anchor="b" bIns="91425" lIns="274300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500"/>
              <a:buFont typeface="Inter"/>
              <a:buNone/>
              <a:defRPr sz="1500">
                <a:solidFill>
                  <a:schemeClr val="accent6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973" name="Google Shape;973;p63"/>
          <p:cNvSpPr txBox="1"/>
          <p:nvPr>
            <p:ph idx="1" type="body"/>
          </p:nvPr>
        </p:nvSpPr>
        <p:spPr>
          <a:xfrm>
            <a:off x="1042100" y="1764975"/>
            <a:ext cx="3281700" cy="293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4" name="Google Shape;974;p63"/>
          <p:cNvSpPr txBox="1"/>
          <p:nvPr>
            <p:ph idx="3" type="subTitle"/>
          </p:nvPr>
        </p:nvSpPr>
        <p:spPr>
          <a:xfrm>
            <a:off x="1040400" y="334925"/>
            <a:ext cx="75825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Inter SemiBold"/>
              <a:buNone/>
              <a:defRPr sz="1000">
                <a:solidFill>
                  <a:schemeClr val="accent6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975" name="Google Shape;975;p63"/>
          <p:cNvSpPr txBox="1"/>
          <p:nvPr>
            <p:ph idx="4" type="title"/>
          </p:nvPr>
        </p:nvSpPr>
        <p:spPr>
          <a:xfrm flipH="1">
            <a:off x="1046175" y="670000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6" name="Google Shape;976;p63"/>
          <p:cNvSpPr/>
          <p:nvPr/>
        </p:nvSpPr>
        <p:spPr>
          <a:xfrm>
            <a:off x="4324853" y="1916138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7" name="Google Shape;977;p63"/>
          <p:cNvSpPr/>
          <p:nvPr/>
        </p:nvSpPr>
        <p:spPr>
          <a:xfrm>
            <a:off x="4324853" y="2613500"/>
            <a:ext cx="4298100" cy="348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978" name="Google Shape;978;p63"/>
          <p:cNvCxnSpPr/>
          <p:nvPr/>
        </p:nvCxnSpPr>
        <p:spPr>
          <a:xfrm rot="10800000">
            <a:off x="4324673" y="156706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79" name="Google Shape;979;p63"/>
          <p:cNvCxnSpPr/>
          <p:nvPr/>
        </p:nvCxnSpPr>
        <p:spPr>
          <a:xfrm rot="10800000">
            <a:off x="4324066" y="191528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0" name="Google Shape;980;p63"/>
          <p:cNvCxnSpPr/>
          <p:nvPr/>
        </p:nvCxnSpPr>
        <p:spPr>
          <a:xfrm rot="10800000">
            <a:off x="4324066" y="226444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1" name="Google Shape;981;p63"/>
          <p:cNvCxnSpPr/>
          <p:nvPr/>
        </p:nvCxnSpPr>
        <p:spPr>
          <a:xfrm rot="10800000">
            <a:off x="4324066" y="261266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2" name="Google Shape;982;p63"/>
          <p:cNvCxnSpPr/>
          <p:nvPr/>
        </p:nvCxnSpPr>
        <p:spPr>
          <a:xfrm rot="10800000">
            <a:off x="4323597" y="296182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3" name="Google Shape;983;p63"/>
          <p:cNvCxnSpPr/>
          <p:nvPr/>
        </p:nvCxnSpPr>
        <p:spPr>
          <a:xfrm rot="10800000">
            <a:off x="4324048" y="331111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4" name="Google Shape;984;p63"/>
          <p:cNvCxnSpPr/>
          <p:nvPr/>
        </p:nvCxnSpPr>
        <p:spPr>
          <a:xfrm rot="10800000">
            <a:off x="4323441" y="365933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5" name="Google Shape;985;p63"/>
          <p:cNvCxnSpPr/>
          <p:nvPr/>
        </p:nvCxnSpPr>
        <p:spPr>
          <a:xfrm rot="10800000">
            <a:off x="4323441" y="400849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6" name="Google Shape;986;p63"/>
          <p:cNvCxnSpPr/>
          <p:nvPr/>
        </p:nvCxnSpPr>
        <p:spPr>
          <a:xfrm rot="10800000">
            <a:off x="4323441" y="4356710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87" name="Google Shape;987;p63"/>
          <p:cNvCxnSpPr/>
          <p:nvPr/>
        </p:nvCxnSpPr>
        <p:spPr>
          <a:xfrm rot="10800000">
            <a:off x="4322972" y="4705875"/>
            <a:ext cx="42981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88" name="Google Shape;988;p63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89" name="Google Shape;989;p63"/>
          <p:cNvSpPr txBox="1"/>
          <p:nvPr>
            <p:ph idx="6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90" name="Google Shape;990;p63"/>
          <p:cNvSpPr txBox="1"/>
          <p:nvPr>
            <p:ph idx="7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991" name="Google Shape;991;p63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2" name="Google Shape;992;p6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3" name="Google Shape;993;p6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4" name="Google Shape;994;p63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5" name="Google Shape;995;p63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6" name="Google Shape;996;p63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7" name="Google Shape;997;p63"/>
          <p:cNvCxnSpPr/>
          <p:nvPr/>
        </p:nvCxnSpPr>
        <p:spPr>
          <a:xfrm>
            <a:off x="4322575" y="1217450"/>
            <a:ext cx="0" cy="3926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98" name="Google Shape;998;p63"/>
          <p:cNvCxnSpPr/>
          <p:nvPr/>
        </p:nvCxnSpPr>
        <p:spPr>
          <a:xfrm>
            <a:off x="8622700" y="334850"/>
            <a:ext cx="0" cy="48096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99" name="Google Shape;999;p63"/>
          <p:cNvSpPr txBox="1"/>
          <p:nvPr>
            <p:ph idx="8" type="title"/>
          </p:nvPr>
        </p:nvSpPr>
        <p:spPr>
          <a:xfrm>
            <a:off x="4322575" y="1566800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0" name="Google Shape;1000;p63"/>
          <p:cNvSpPr txBox="1"/>
          <p:nvPr>
            <p:ph idx="9" type="title"/>
          </p:nvPr>
        </p:nvSpPr>
        <p:spPr>
          <a:xfrm>
            <a:off x="4322575" y="191562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1" name="Google Shape;1001;p63"/>
          <p:cNvSpPr txBox="1"/>
          <p:nvPr>
            <p:ph idx="13" type="title"/>
          </p:nvPr>
        </p:nvSpPr>
        <p:spPr>
          <a:xfrm>
            <a:off x="4322575" y="2264975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2" name="Google Shape;1002;p63"/>
          <p:cNvSpPr txBox="1"/>
          <p:nvPr>
            <p:ph idx="14" type="title"/>
          </p:nvPr>
        </p:nvSpPr>
        <p:spPr>
          <a:xfrm>
            <a:off x="4322575" y="2613638"/>
            <a:ext cx="1536300" cy="3483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SemiBold"/>
              <a:buNone/>
              <a:defRPr sz="1000">
                <a:solidFill>
                  <a:schemeClr val="dk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03" name="Google Shape;1003;p63"/>
          <p:cNvSpPr txBox="1"/>
          <p:nvPr>
            <p:ph idx="15" type="title"/>
          </p:nvPr>
        </p:nvSpPr>
        <p:spPr>
          <a:xfrm>
            <a:off x="7084775" y="121745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4" name="Google Shape;1004;p63"/>
          <p:cNvSpPr txBox="1"/>
          <p:nvPr>
            <p:ph idx="16" type="title"/>
          </p:nvPr>
        </p:nvSpPr>
        <p:spPr>
          <a:xfrm>
            <a:off x="7084775" y="1566800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5" name="Google Shape;1005;p63"/>
          <p:cNvSpPr txBox="1"/>
          <p:nvPr>
            <p:ph idx="17" type="title"/>
          </p:nvPr>
        </p:nvSpPr>
        <p:spPr>
          <a:xfrm>
            <a:off x="7084775" y="191562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6" name="Google Shape;1006;p63"/>
          <p:cNvSpPr txBox="1"/>
          <p:nvPr>
            <p:ph idx="18" type="title"/>
          </p:nvPr>
        </p:nvSpPr>
        <p:spPr>
          <a:xfrm>
            <a:off x="7084775" y="2264975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007" name="Google Shape;1007;p63"/>
          <p:cNvSpPr txBox="1"/>
          <p:nvPr>
            <p:ph idx="19" type="title"/>
          </p:nvPr>
        </p:nvSpPr>
        <p:spPr>
          <a:xfrm>
            <a:off x="7084775" y="2613638"/>
            <a:ext cx="1536300" cy="3483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 Light"/>
              <a:buNone/>
              <a:defRPr sz="1000">
                <a:solidFill>
                  <a:schemeClr val="dk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1">
  <p:cSld name="CUSTOM_1">
    <p:bg>
      <p:bgPr>
        <a:solidFill>
          <a:schemeClr val="lt2"/>
        </a:solidFill>
      </p:bgPr>
    </p:bg>
    <p:spTree>
      <p:nvGrpSpPr>
        <p:cNvPr id="1008" name="Shape 10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9" name="Google Shape;1009;p64"/>
          <p:cNvGrpSpPr/>
          <p:nvPr/>
        </p:nvGrpSpPr>
        <p:grpSpPr>
          <a:xfrm rot="5400000">
            <a:off x="593777" y="658085"/>
            <a:ext cx="369896" cy="333900"/>
            <a:chOff x="96076" y="654376"/>
            <a:chExt cx="369896" cy="333900"/>
          </a:xfrm>
        </p:grpSpPr>
        <p:cxnSp>
          <p:nvCxnSpPr>
            <p:cNvPr id="1010" name="Google Shape;1010;p64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011" name="Google Shape;1011;p64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012" name="Google Shape;1012;p64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013" name="Google Shape;1013;p64"/>
          <p:cNvSpPr txBox="1"/>
          <p:nvPr>
            <p:ph idx="1" type="body"/>
          </p:nvPr>
        </p:nvSpPr>
        <p:spPr>
          <a:xfrm>
            <a:off x="1040725" y="1217500"/>
            <a:ext cx="3578100" cy="3652500"/>
          </a:xfrm>
          <a:prstGeom prst="rect">
            <a:avLst/>
          </a:prstGeom>
        </p:spPr>
        <p:txBody>
          <a:bodyPr anchorCtr="0" anchor="t" bIns="91425" lIns="274300" spcFirstLastPara="1" rIns="365750" wrap="square" tIns="36575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14" name="Google Shape;1014;p64"/>
          <p:cNvSpPr/>
          <p:nvPr/>
        </p:nvSpPr>
        <p:spPr>
          <a:xfrm>
            <a:off x="5019250" y="1217450"/>
            <a:ext cx="4124700" cy="39417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Gowun Batang"/>
              <a:ea typeface="Gowun Batang"/>
              <a:cs typeface="Gowun Batang"/>
              <a:sym typeface="Gowun Batang"/>
            </a:endParaRPr>
          </a:p>
        </p:txBody>
      </p:sp>
      <p:cxnSp>
        <p:nvCxnSpPr>
          <p:cNvPr id="1015" name="Google Shape;1015;p64"/>
          <p:cNvCxnSpPr/>
          <p:nvPr/>
        </p:nvCxnSpPr>
        <p:spPr>
          <a:xfrm>
            <a:off x="5019250" y="1217450"/>
            <a:ext cx="0" cy="39417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16" name="Google Shape;1016;p64"/>
          <p:cNvSpPr txBox="1"/>
          <p:nvPr>
            <p:ph idx="2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7" name="Google Shape;1017;p64"/>
          <p:cNvSpPr txBox="1"/>
          <p:nvPr>
            <p:ph idx="3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18" name="Google Shape;1018;p6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19" name="Google Shape;1019;p64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0" name="Google Shape;1020;p6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1" name="Google Shape;1021;p6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2" name="Google Shape;1022;p64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3" name="Google Shape;1023;p64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4" name="Google Shape;1024;p64"/>
          <p:cNvCxnSpPr/>
          <p:nvPr/>
        </p:nvCxnSpPr>
        <p:spPr>
          <a:xfrm>
            <a:off x="1042100" y="121745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25" name="Google Shape;1025;p64"/>
          <p:cNvSpPr txBox="1"/>
          <p:nvPr>
            <p:ph type="title"/>
          </p:nvPr>
        </p:nvSpPr>
        <p:spPr>
          <a:xfrm flipH="1">
            <a:off x="1046175" y="67000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26" name="Google Shape;1026;p64"/>
          <p:cNvSpPr txBox="1"/>
          <p:nvPr>
            <p:ph idx="5" type="subTitle"/>
          </p:nvPr>
        </p:nvSpPr>
        <p:spPr>
          <a:xfrm>
            <a:off x="1045950" y="334925"/>
            <a:ext cx="7577100" cy="3351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27" name="Google Shape;1027;p64"/>
          <p:cNvSpPr txBox="1"/>
          <p:nvPr>
            <p:ph idx="6" type="title"/>
          </p:nvPr>
        </p:nvSpPr>
        <p:spPr>
          <a:xfrm>
            <a:off x="5019250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28" name="Google Shape;1028;p64"/>
          <p:cNvSpPr txBox="1"/>
          <p:nvPr>
            <p:ph idx="7" type="subTitle"/>
          </p:nvPr>
        </p:nvSpPr>
        <p:spPr>
          <a:xfrm>
            <a:off x="5019275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29" name="Google Shape;1029;p64"/>
          <p:cNvSpPr txBox="1"/>
          <p:nvPr>
            <p:ph idx="8" type="title"/>
          </p:nvPr>
        </p:nvSpPr>
        <p:spPr>
          <a:xfrm>
            <a:off x="6959938" y="2654100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0" name="Google Shape;1030;p64"/>
          <p:cNvSpPr txBox="1"/>
          <p:nvPr>
            <p:ph idx="9" type="subTitle"/>
          </p:nvPr>
        </p:nvSpPr>
        <p:spPr>
          <a:xfrm>
            <a:off x="6959963" y="3466500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1" name="Google Shape;1031;p64"/>
          <p:cNvSpPr txBox="1"/>
          <p:nvPr>
            <p:ph idx="13" type="subTitle"/>
          </p:nvPr>
        </p:nvSpPr>
        <p:spPr>
          <a:xfrm>
            <a:off x="5019275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2" name="Google Shape;1032;p64"/>
          <p:cNvSpPr txBox="1"/>
          <p:nvPr>
            <p:ph idx="14" type="title"/>
          </p:nvPr>
        </p:nvSpPr>
        <p:spPr>
          <a:xfrm>
            <a:off x="5019250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3" name="Google Shape;1033;p64"/>
          <p:cNvSpPr txBox="1"/>
          <p:nvPr>
            <p:ph idx="15" type="title"/>
          </p:nvPr>
        </p:nvSpPr>
        <p:spPr>
          <a:xfrm>
            <a:off x="6959938" y="3830325"/>
            <a:ext cx="1940700" cy="812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●"/>
              <a:defRPr sz="55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○"/>
              <a:defRPr sz="55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500"/>
              <a:buFont typeface="Gowun Batang"/>
              <a:buChar char="■"/>
              <a:defRPr sz="5500"/>
            </a:lvl9pPr>
          </a:lstStyle>
          <a:p/>
        </p:txBody>
      </p:sp>
      <p:sp>
        <p:nvSpPr>
          <p:cNvPr id="1034" name="Google Shape;1034;p64"/>
          <p:cNvSpPr txBox="1"/>
          <p:nvPr>
            <p:ph idx="16" type="subTitle"/>
          </p:nvPr>
        </p:nvSpPr>
        <p:spPr>
          <a:xfrm>
            <a:off x="6959963" y="4642725"/>
            <a:ext cx="1940700" cy="227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/>
            </a:lvl9pPr>
          </a:lstStyle>
          <a:p/>
        </p:txBody>
      </p:sp>
      <p:sp>
        <p:nvSpPr>
          <p:cNvPr id="1035" name="Google Shape;1035;p64"/>
          <p:cNvSpPr txBox="1"/>
          <p:nvPr>
            <p:ph idx="17" type="subTitle"/>
          </p:nvPr>
        </p:nvSpPr>
        <p:spPr>
          <a:xfrm>
            <a:off x="5019275" y="1217450"/>
            <a:ext cx="3603300" cy="678000"/>
          </a:xfrm>
          <a:prstGeom prst="rect">
            <a:avLst/>
          </a:prstGeom>
        </p:spPr>
        <p:txBody>
          <a:bodyPr anchorCtr="0" anchor="b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 SemiBold"/>
              <a:buNone/>
              <a:defRPr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rganizational Update - Employees highlight">
  <p:cSld name="CUSTOM_2">
    <p:bg>
      <p:bgPr>
        <a:solidFill>
          <a:schemeClr val="lt2"/>
        </a:solidFill>
      </p:bgPr>
    </p:bg>
    <p:spTree>
      <p:nvGrpSpPr>
        <p:cNvPr id="1036" name="Shape 10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7" name="Google Shape;1037;p65"/>
          <p:cNvSpPr/>
          <p:nvPr>
            <p:ph idx="2" type="pic"/>
          </p:nvPr>
        </p:nvSpPr>
        <p:spPr>
          <a:xfrm>
            <a:off x="5212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8" name="Google Shape;1038;p65"/>
          <p:cNvSpPr/>
          <p:nvPr>
            <p:ph idx="3" type="pic"/>
          </p:nvPr>
        </p:nvSpPr>
        <p:spPr>
          <a:xfrm>
            <a:off x="3395750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39" name="Google Shape;1039;p65"/>
          <p:cNvSpPr/>
          <p:nvPr>
            <p:ph idx="4" type="pic"/>
          </p:nvPr>
        </p:nvSpPr>
        <p:spPr>
          <a:xfrm>
            <a:off x="6269136" y="2014675"/>
            <a:ext cx="2874600" cy="3128700"/>
          </a:xfrm>
          <a:prstGeom prst="rect">
            <a:avLst/>
          </a:prstGeom>
          <a:noFill/>
          <a:ln>
            <a:noFill/>
          </a:ln>
        </p:spPr>
      </p:sp>
      <p:sp>
        <p:nvSpPr>
          <p:cNvPr id="1040" name="Google Shape;1040;p65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1" name="Google Shape;1041;p65"/>
          <p:cNvSpPr txBox="1"/>
          <p:nvPr>
            <p:ph idx="5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2" name="Google Shape;1042;p65"/>
          <p:cNvSpPr txBox="1"/>
          <p:nvPr>
            <p:ph idx="6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43" name="Google Shape;1043;p6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044" name="Google Shape;1044;p6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5" name="Google Shape;1045;p6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6" name="Google Shape;1046;p6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7" name="Google Shape;1047;p6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48" name="Google Shape;1048;p6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49" name="Google Shape;1049;p65"/>
          <p:cNvSpPr txBox="1"/>
          <p:nvPr>
            <p:ph idx="7" type="title"/>
          </p:nvPr>
        </p:nvSpPr>
        <p:spPr>
          <a:xfrm>
            <a:off x="526800" y="846475"/>
            <a:ext cx="28689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0" name="Google Shape;1050;p65"/>
          <p:cNvSpPr txBox="1"/>
          <p:nvPr>
            <p:ph idx="8" type="title"/>
          </p:nvPr>
        </p:nvSpPr>
        <p:spPr>
          <a:xfrm>
            <a:off x="3395769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1" name="Google Shape;1051;p65"/>
          <p:cNvSpPr txBox="1"/>
          <p:nvPr>
            <p:ph idx="9" type="title"/>
          </p:nvPr>
        </p:nvSpPr>
        <p:spPr>
          <a:xfrm>
            <a:off x="6269150" y="846475"/>
            <a:ext cx="2874600" cy="11682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0" lIns="182875" spcFirstLastPara="1" rIns="182875" wrap="square" tIns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Upcoming Project - Timeline ">
  <p:cSld name="CUSTOM_3">
    <p:bg>
      <p:bgPr>
        <a:solidFill>
          <a:schemeClr val="lt2"/>
        </a:solidFill>
      </p:bgPr>
    </p:bg>
    <p:spTree>
      <p:nvGrpSpPr>
        <p:cNvPr id="1052" name="Shape 10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3" name="Google Shape;1053;p66"/>
          <p:cNvSpPr txBox="1"/>
          <p:nvPr>
            <p:ph type="title"/>
          </p:nvPr>
        </p:nvSpPr>
        <p:spPr>
          <a:xfrm>
            <a:off x="6995500" y="1307575"/>
            <a:ext cx="21483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4" name="Google Shape;1054;p66"/>
          <p:cNvSpPr txBox="1"/>
          <p:nvPr>
            <p:ph idx="2" type="title"/>
          </p:nvPr>
        </p:nvSpPr>
        <p:spPr>
          <a:xfrm>
            <a:off x="48390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5" name="Google Shape;1055;p66"/>
          <p:cNvSpPr txBox="1"/>
          <p:nvPr>
            <p:ph idx="3" type="title"/>
          </p:nvPr>
        </p:nvSpPr>
        <p:spPr>
          <a:xfrm>
            <a:off x="2683550" y="1307575"/>
            <a:ext cx="21555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6" name="Google Shape;1056;p66"/>
          <p:cNvSpPr txBox="1"/>
          <p:nvPr>
            <p:ph idx="4" type="title"/>
          </p:nvPr>
        </p:nvSpPr>
        <p:spPr>
          <a:xfrm>
            <a:off x="521350" y="1307575"/>
            <a:ext cx="2161800" cy="1121400"/>
          </a:xfrm>
          <a:prstGeom prst="rect">
            <a:avLst/>
          </a:prstGeom>
          <a:solidFill>
            <a:schemeClr val="dk1"/>
          </a:solidFill>
        </p:spPr>
        <p:txBody>
          <a:bodyPr anchorCtr="0" anchor="ctr" bIns="91425" lIns="182875" spcFirstLastPara="1" rIns="18287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 SemiBold"/>
              <a:buNone/>
              <a:defRPr sz="1200"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sp>
        <p:nvSpPr>
          <p:cNvPr id="1057" name="Google Shape;1057;p66"/>
          <p:cNvSpPr txBox="1"/>
          <p:nvPr>
            <p:ph idx="1" type="body"/>
          </p:nvPr>
        </p:nvSpPr>
        <p:spPr>
          <a:xfrm>
            <a:off x="6995400" y="2606275"/>
            <a:ext cx="21483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8" name="Google Shape;1058;p66"/>
          <p:cNvSpPr txBox="1"/>
          <p:nvPr>
            <p:ph idx="5" type="body"/>
          </p:nvPr>
        </p:nvSpPr>
        <p:spPr>
          <a:xfrm>
            <a:off x="48389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59" name="Google Shape;1059;p66"/>
          <p:cNvSpPr txBox="1"/>
          <p:nvPr>
            <p:ph idx="6" type="body"/>
          </p:nvPr>
        </p:nvSpPr>
        <p:spPr>
          <a:xfrm>
            <a:off x="2683450" y="2606275"/>
            <a:ext cx="21555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060" name="Google Shape;1060;p66"/>
          <p:cNvSpPr txBox="1"/>
          <p:nvPr>
            <p:ph idx="7" type="body"/>
          </p:nvPr>
        </p:nvSpPr>
        <p:spPr>
          <a:xfrm>
            <a:off x="521250" y="2606275"/>
            <a:ext cx="2161800" cy="2290500"/>
          </a:xfrm>
          <a:prstGeom prst="rect">
            <a:avLst/>
          </a:prstGeom>
        </p:spPr>
        <p:txBody>
          <a:bodyPr anchorCtr="0" anchor="t" bIns="91425" lIns="182875" spcFirstLastPara="1" rIns="27430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cxnSp>
        <p:nvCxnSpPr>
          <p:cNvPr id="1061" name="Google Shape;1061;p66"/>
          <p:cNvCxnSpPr/>
          <p:nvPr/>
        </p:nvCxnSpPr>
        <p:spPr>
          <a:xfrm>
            <a:off x="483907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2" name="Google Shape;1062;p66"/>
          <p:cNvCxnSpPr/>
          <p:nvPr/>
        </p:nvCxnSpPr>
        <p:spPr>
          <a:xfrm>
            <a:off x="69950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3" name="Google Shape;1063;p66"/>
          <p:cNvCxnSpPr/>
          <p:nvPr/>
        </p:nvCxnSpPr>
        <p:spPr>
          <a:xfrm>
            <a:off x="2683125" y="1307575"/>
            <a:ext cx="0" cy="3836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64" name="Google Shape;1064;p66"/>
          <p:cNvSpPr txBox="1"/>
          <p:nvPr>
            <p:ph idx="8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65" name="Google Shape;1065;p66"/>
          <p:cNvSpPr txBox="1"/>
          <p:nvPr>
            <p:ph idx="9" type="title"/>
          </p:nvPr>
        </p:nvSpPr>
        <p:spPr>
          <a:xfrm flipH="1">
            <a:off x="521450" y="666257"/>
            <a:ext cx="8101200" cy="6414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066" name="Google Shape;1066;p66"/>
          <p:cNvSpPr txBox="1"/>
          <p:nvPr>
            <p:ph idx="13" type="subTitle"/>
          </p:nvPr>
        </p:nvSpPr>
        <p:spPr>
          <a:xfrm>
            <a:off x="521250" y="334925"/>
            <a:ext cx="8101800" cy="331200"/>
          </a:xfrm>
          <a:prstGeom prst="rect">
            <a:avLst/>
          </a:prstGeom>
        </p:spPr>
        <p:txBody>
          <a:bodyPr anchorCtr="0" anchor="ctr" bIns="0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Inter SemiBold"/>
              <a:buNone/>
              <a:defRPr sz="1000">
                <a:solidFill>
                  <a:schemeClr val="accent1"/>
                </a:solidFill>
                <a:latin typeface="Inter SemiBold"/>
                <a:ea typeface="Inter SemiBold"/>
                <a:cs typeface="Inter SemiBold"/>
                <a:sym typeface="Inter SemiBold"/>
              </a:defRPr>
            </a:lvl9pPr>
          </a:lstStyle>
          <a:p/>
        </p:txBody>
      </p:sp>
      <p:cxnSp>
        <p:nvCxnSpPr>
          <p:cNvPr id="1067" name="Google Shape;1067;p6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8" name="Google Shape;1068;p6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69" name="Google Shape;1069;p6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0" name="Google Shape;1070;p6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1" name="Google Shape;1071;p66"/>
          <p:cNvCxnSpPr/>
          <p:nvPr/>
        </p:nvCxnSpPr>
        <p:spPr>
          <a:xfrm>
            <a:off x="521250" y="13075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72" name="Google Shape;1072;p66"/>
          <p:cNvSpPr txBox="1"/>
          <p:nvPr>
            <p:ph idx="14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73" name="Google Shape;1073;p66"/>
          <p:cNvSpPr txBox="1"/>
          <p:nvPr>
            <p:ph idx="15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1">
  <p:cSld name="BLANK_1_1_1_1_1_1_1_1_1_1_2_1">
    <p:bg>
      <p:bgPr>
        <a:solidFill>
          <a:schemeClr val="dk2"/>
        </a:solidFill>
      </p:bgPr>
    </p:bg>
    <p:spTree>
      <p:nvGrpSpPr>
        <p:cNvPr id="1074" name="Shape 10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" name="Google Shape;1075;p67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6" name="Google Shape;1076;p67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77" name="Google Shape;1077;p67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078" name="Google Shape;1078;p6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79" name="Google Shape;1079;p6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0" name="Google Shape;1080;p6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1" name="Google Shape;1081;p6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">
  <p:cSld name="BLANK_1_1_1_1_1_1_1_1_1_1_2_1_1">
    <p:bg>
      <p:bgPr>
        <a:solidFill>
          <a:schemeClr val="lt2"/>
        </a:solidFill>
      </p:bgPr>
    </p:bg>
    <p:spTree>
      <p:nvGrpSpPr>
        <p:cNvPr id="1082" name="Shape 10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83" name="Google Shape;1083;p6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4" name="Google Shape;1084;p6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5" name="Google Shape;1085;p6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86" name="Google Shape;1086;p6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_1_1_1">
    <p:bg>
      <p:bgPr>
        <a:solidFill>
          <a:schemeClr val="lt2"/>
        </a:solidFill>
      </p:bgPr>
    </p:bg>
    <p:spTree>
      <p:nvGrpSpPr>
        <p:cNvPr id="1087" name="Shape 10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8" name="Google Shape;1088;p69"/>
          <p:cNvSpPr txBox="1"/>
          <p:nvPr>
            <p:ph idx="1" type="subTitle"/>
          </p:nvPr>
        </p:nvSpPr>
        <p:spPr>
          <a:xfrm>
            <a:off x="5208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89" name="Google Shape;1089;p69"/>
          <p:cNvSpPr txBox="1"/>
          <p:nvPr>
            <p:ph idx="2" type="subTitle"/>
          </p:nvPr>
        </p:nvSpPr>
        <p:spPr>
          <a:xfrm>
            <a:off x="408925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0" name="Google Shape;1090;p69"/>
          <p:cNvSpPr txBox="1"/>
          <p:nvPr>
            <p:ph idx="3" type="subTitle"/>
          </p:nvPr>
        </p:nvSpPr>
        <p:spPr>
          <a:xfrm>
            <a:off x="6773250" y="-175"/>
            <a:ext cx="1848900" cy="3351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1" name="Google Shape;1091;p69"/>
          <p:cNvCxnSpPr/>
          <p:nvPr/>
        </p:nvCxnSpPr>
        <p:spPr>
          <a:xfrm>
            <a:off x="5208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2" name="Google Shape;1092;p69"/>
          <p:cNvCxnSpPr/>
          <p:nvPr/>
        </p:nvCxnSpPr>
        <p:spPr>
          <a:xfrm>
            <a:off x="52080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3" name="Google Shape;1093;p69"/>
          <p:cNvCxnSpPr/>
          <p:nvPr/>
        </p:nvCxnSpPr>
        <p:spPr>
          <a:xfrm>
            <a:off x="677330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94" name="Google Shape;1094;p69"/>
          <p:cNvCxnSpPr/>
          <p:nvPr/>
        </p:nvCxnSpPr>
        <p:spPr>
          <a:xfrm>
            <a:off x="862352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3">
  <p:cSld name="BLANK_1_1_1_1_1_1_1_1_1_1_2_2">
    <p:bg>
      <p:bgPr>
        <a:solidFill>
          <a:schemeClr val="lt2"/>
        </a:solidFill>
      </p:bgPr>
    </p:bg>
    <p:spTree>
      <p:nvGrpSpPr>
        <p:cNvPr id="1095" name="Shape 10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6" name="Google Shape;1096;p70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7" name="Google Shape;1097;p70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098" name="Google Shape;1098;p70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099" name="Google Shape;1099;p7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0" name="Google Shape;1100;p7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1" name="Google Shape;1101;p7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2" name="Google Shape;1102;p7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3" name="Google Shape;1103;p7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4">
  <p:cSld name="BLANK_1_1_1_1_1_1_1_1_1_1_2_1_2">
    <p:bg>
      <p:bgPr>
        <a:solidFill>
          <a:schemeClr val="dk2"/>
        </a:solidFill>
      </p:bgPr>
    </p:bg>
    <p:spTree>
      <p:nvGrpSpPr>
        <p:cNvPr id="1104" name="Shape 1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" name="Google Shape;1105;p71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6" name="Google Shape;1106;p71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7" name="Google Shape;1107;p71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08" name="Google Shape;1108;p71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09" name="Google Shape;1109;p7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0" name="Google Shape;1110;p7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1" name="Google Shape;1111;p71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2" name="Google Shape;1112;p71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5">
  <p:cSld name="BLANK_1_1_1_1_1_1_1_1_1_1_2_1_1_2">
    <p:bg>
      <p:bgPr>
        <a:solidFill>
          <a:schemeClr val="lt1"/>
        </a:solidFill>
      </p:bgPr>
    </p:bg>
    <p:spTree>
      <p:nvGrpSpPr>
        <p:cNvPr id="1113" name="Shape 1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4" name="Google Shape;1114;p7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5" name="Google Shape;1115;p72"/>
          <p:cNvSpPr txBox="1"/>
          <p:nvPr>
            <p:ph idx="2" type="subTitle"/>
          </p:nvPr>
        </p:nvSpPr>
        <p:spPr>
          <a:xfrm>
            <a:off x="104060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6" name="Google Shape;1116;p72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Inter"/>
              <a:buNone/>
              <a:defRPr sz="8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1117" name="Google Shape;1117;p72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8" name="Google Shape;1118;p7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19" name="Google Shape;1119;p7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0" name="Google Shape;1120;p72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1" name="Google Shape;1121;p72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BLANK_1_1_1_1_1_1_1_1_1_1_1_1">
    <p:bg>
      <p:bgPr>
        <a:solidFill>
          <a:schemeClr val="lt2"/>
        </a:solidFill>
      </p:bgPr>
    </p:bg>
    <p:spTree>
      <p:nvGrpSpPr>
        <p:cNvPr id="1122" name="Shape 1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3" name="Google Shape;1123;p73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24" name="Google Shape;1124;p7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5" name="Google Shape;1125;p7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6" name="Google Shape;1126;p7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27" name="Google Shape;1127;p7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8" name="Google Shape;1128;p7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29" name="Google Shape;1129;p7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0" name="Google Shape;1130;p73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1">
  <p:cSld name="BLANK_1_1_1_1_1_1_1_1_1_1_1_1_2">
    <p:bg>
      <p:bgPr>
        <a:solidFill>
          <a:schemeClr val="lt2"/>
        </a:solidFill>
      </p:bgPr>
    </p:bg>
    <p:spTree>
      <p:nvGrpSpPr>
        <p:cNvPr id="1131" name="Shape 1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" name="Google Shape;1132;p74"/>
          <p:cNvSpPr/>
          <p:nvPr>
            <p:ph idx="2" type="pic"/>
          </p:nvPr>
        </p:nvSpPr>
        <p:spPr>
          <a:xfrm>
            <a:off x="5548700" y="1196175"/>
            <a:ext cx="3073800" cy="33648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133" name="Google Shape;1133;p7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4" name="Google Shape;1134;p7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5" name="Google Shape;1135;p7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36" name="Google Shape;1136;p7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7" name="Google Shape;1137;p7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38" name="Google Shape;1138;p7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39" name="Google Shape;1139;p74"/>
          <p:cNvSpPr txBox="1"/>
          <p:nvPr>
            <p:ph idx="1" type="body"/>
          </p:nvPr>
        </p:nvSpPr>
        <p:spPr>
          <a:xfrm>
            <a:off x="522600" y="998925"/>
            <a:ext cx="3614400" cy="3364800"/>
          </a:xfrm>
          <a:prstGeom prst="rect">
            <a:avLst/>
          </a:prstGeom>
        </p:spPr>
        <p:txBody>
          <a:bodyPr anchorCtr="0" anchor="t" bIns="91425" lIns="274300" spcFirstLastPara="1" rIns="9142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40" name="Google Shape;1140;p74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1" name="Google Shape;1141;p74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42" name="Google Shape;1142;p74"/>
          <p:cNvSpPr txBox="1"/>
          <p:nvPr>
            <p:ph idx="5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BLANK_1_1_1_1_1_1_1_1_1_1_1_1_1">
    <p:bg>
      <p:bgPr>
        <a:solidFill>
          <a:schemeClr val="lt2"/>
        </a:solidFill>
      </p:bgPr>
    </p:bg>
    <p:spTree>
      <p:nvGrpSpPr>
        <p:cNvPr id="1143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4" name="Google Shape;1144;p75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45" name="Google Shape;1145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46" name="Google Shape;1146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47" name="Google Shape;1147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48" name="Google Shape;1148;p75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49" name="Google Shape;1149;p75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50" name="Google Shape;1150;p75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51" name="Google Shape;1151;p75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52" name="Google Shape;1152;p75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3" name="Google Shape;1153;p75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54" name="Google Shape;1154;p75"/>
          <p:cNvSpPr txBox="1"/>
          <p:nvPr>
            <p:ph idx="1" type="subTitle"/>
          </p:nvPr>
        </p:nvSpPr>
        <p:spPr>
          <a:xfrm>
            <a:off x="1042075" y="88245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155" name="Google Shape;1155;p75"/>
          <p:cNvSpPr txBox="1"/>
          <p:nvPr>
            <p:ph idx="2" type="subTitle"/>
          </p:nvPr>
        </p:nvSpPr>
        <p:spPr>
          <a:xfrm>
            <a:off x="1042100" y="3015800"/>
            <a:ext cx="1985100" cy="21333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wun Batang"/>
              <a:buNone/>
              <a:defRPr sz="24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cxnSp>
        <p:nvCxnSpPr>
          <p:cNvPr id="1156" name="Google Shape;1156;p75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7" name="Google Shape;1157;p7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8" name="Google Shape;1158;p75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59" name="Google Shape;1159;p75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60" name="Google Shape;1160;p75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61" name="Google Shape;1161;p75"/>
          <p:cNvSpPr txBox="1"/>
          <p:nvPr>
            <p:ph idx="3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2" name="Google Shape;1162;p75"/>
          <p:cNvSpPr txBox="1"/>
          <p:nvPr>
            <p:ph idx="4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63" name="Google Shape;1163;p75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64" name="Google Shape;1164;p75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 - ALT 1">
  <p:cSld name="BLANK_1_1_1_1_1_1_1_1_1_1_1_1_1_2">
    <p:bg>
      <p:bgPr>
        <a:solidFill>
          <a:schemeClr val="lt2"/>
        </a:solidFill>
      </p:bgPr>
    </p:bg>
    <p:spTree>
      <p:nvGrpSpPr>
        <p:cNvPr id="1165" name="Shape 1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6" name="Google Shape;1166;p76"/>
          <p:cNvGrpSpPr/>
          <p:nvPr/>
        </p:nvGrpSpPr>
        <p:grpSpPr>
          <a:xfrm rot="5400000">
            <a:off x="590952" y="3923898"/>
            <a:ext cx="369896" cy="333900"/>
            <a:chOff x="96076" y="654376"/>
            <a:chExt cx="369896" cy="333900"/>
          </a:xfrm>
        </p:grpSpPr>
        <p:cxnSp>
          <p:nvCxnSpPr>
            <p:cNvPr id="1167" name="Google Shape;1167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68" name="Google Shape;1168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69" name="Google Shape;1169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70" name="Google Shape;1170;p76"/>
          <p:cNvGrpSpPr/>
          <p:nvPr/>
        </p:nvGrpSpPr>
        <p:grpSpPr>
          <a:xfrm rot="5400000">
            <a:off x="593777" y="1786135"/>
            <a:ext cx="369896" cy="333900"/>
            <a:chOff x="96076" y="654376"/>
            <a:chExt cx="369896" cy="333900"/>
          </a:xfrm>
        </p:grpSpPr>
        <p:cxnSp>
          <p:nvCxnSpPr>
            <p:cNvPr id="1171" name="Google Shape;1171;p76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72" name="Google Shape;1172;p76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73" name="Google Shape;1173;p76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174" name="Google Shape;1174;p76"/>
          <p:cNvSpPr txBox="1"/>
          <p:nvPr/>
        </p:nvSpPr>
        <p:spPr>
          <a:xfrm>
            <a:off x="1036450" y="882400"/>
            <a:ext cx="1985100" cy="2133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8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5" name="Google Shape;1175;p76"/>
          <p:cNvSpPr txBox="1"/>
          <p:nvPr/>
        </p:nvSpPr>
        <p:spPr>
          <a:xfrm>
            <a:off x="1036450" y="3019861"/>
            <a:ext cx="1985100" cy="2133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176" name="Google Shape;1176;p76"/>
          <p:cNvSpPr txBox="1"/>
          <p:nvPr>
            <p:ph type="title"/>
          </p:nvPr>
        </p:nvSpPr>
        <p:spPr>
          <a:xfrm>
            <a:off x="1042100" y="886425"/>
            <a:ext cx="19794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7" name="Google Shape;1177;p76"/>
          <p:cNvSpPr txBox="1"/>
          <p:nvPr>
            <p:ph idx="2" type="title"/>
          </p:nvPr>
        </p:nvSpPr>
        <p:spPr>
          <a:xfrm>
            <a:off x="1042100" y="3023907"/>
            <a:ext cx="1985100" cy="2133300"/>
          </a:xfrm>
          <a:prstGeom prst="rect">
            <a:avLst/>
          </a:prstGeom>
        </p:spPr>
        <p:txBody>
          <a:bodyPr anchorCtr="0" anchor="ctr" bIns="45700" lIns="274300" spcFirstLastPara="1" rIns="182875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sp>
        <p:nvSpPr>
          <p:cNvPr id="1178" name="Google Shape;1178;p76"/>
          <p:cNvSpPr txBox="1"/>
          <p:nvPr>
            <p:ph idx="1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79" name="Google Shape;1179;p7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180" name="Google Shape;1180;p76"/>
          <p:cNvSpPr txBox="1"/>
          <p:nvPr>
            <p:ph idx="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cxnSp>
        <p:nvCxnSpPr>
          <p:cNvPr id="1181" name="Google Shape;1181;p76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2" name="Google Shape;1182;p7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3" name="Google Shape;1183;p76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4" name="Google Shape;1184;p76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85" name="Google Shape;1185;p76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86" name="Google Shape;1186;p76"/>
          <p:cNvSpPr txBox="1"/>
          <p:nvPr>
            <p:ph idx="5" type="body"/>
          </p:nvPr>
        </p:nvSpPr>
        <p:spPr>
          <a:xfrm>
            <a:off x="3166350" y="1132823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7" name="Google Shape;1187;p76"/>
          <p:cNvSpPr txBox="1"/>
          <p:nvPr>
            <p:ph idx="6" type="body"/>
          </p:nvPr>
        </p:nvSpPr>
        <p:spPr>
          <a:xfrm>
            <a:off x="3166350" y="3266210"/>
            <a:ext cx="5457600" cy="16047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188" name="Google Shape;1188;p76"/>
          <p:cNvSpPr txBox="1"/>
          <p:nvPr>
            <p:ph idx="7"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cxnSp>
        <p:nvCxnSpPr>
          <p:cNvPr id="1189" name="Google Shape;1189;p76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726">
          <p15:clr>
            <a:srgbClr val="E46962"/>
          </p15:clr>
        </p15:guide>
        <p15:guide id="2" orient="horz" pos="3042">
          <p15:clr>
            <a:srgbClr val="E46962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BLANK_1_1_1_1_1_1_1_1_1_1_1_1_1_1">
    <p:bg>
      <p:bgPr>
        <a:solidFill>
          <a:schemeClr val="lt2"/>
        </a:solidFill>
      </p:bgPr>
    </p:bg>
    <p:spTree>
      <p:nvGrpSpPr>
        <p:cNvPr id="1190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1" name="Google Shape;1191;p77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192" name="Google Shape;1192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3" name="Google Shape;1193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4" name="Google Shape;1194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5" name="Google Shape;1195;p77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196" name="Google Shape;1196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197" name="Google Shape;1197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198" name="Google Shape;1198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199" name="Google Shape;1199;p77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00" name="Google Shape;1200;p77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01" name="Google Shape;1201;p77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02" name="Google Shape;1202;p77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03" name="Google Shape;1203;p77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04" name="Google Shape;1204;p77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5" name="Google Shape;1205;p77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6" name="Google Shape;1206;p77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07" name="Google Shape;1207;p77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08" name="Google Shape;1208;p77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09" name="Google Shape;1209;p77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0" name="Google Shape;1210;p7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1" name="Google Shape;1211;p77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2" name="Google Shape;1212;p77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13" name="Google Shape;1213;p77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4" name="Google Shape;1214;p77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15" name="Google Shape;1215;p77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16" name="Google Shape;1216;p77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7" name="Google Shape;1217;p77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18" name="Google Shape;1218;p77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">
  <p:cSld name="BLANK_1_1_1_1_1_1_1_1_1_1_1_1_1_1_2">
    <p:bg>
      <p:bgPr>
        <a:solidFill>
          <a:schemeClr val="lt2"/>
        </a:solidFill>
      </p:bgPr>
    </p:bg>
    <p:spTree>
      <p:nvGrpSpPr>
        <p:cNvPr id="1219" name="Shape 1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20" name="Google Shape;1220;p78"/>
          <p:cNvGrpSpPr/>
          <p:nvPr/>
        </p:nvGrpSpPr>
        <p:grpSpPr>
          <a:xfrm rot="5400000">
            <a:off x="593015" y="4280998"/>
            <a:ext cx="369896" cy="333900"/>
            <a:chOff x="96076" y="654376"/>
            <a:chExt cx="369896" cy="333900"/>
          </a:xfrm>
        </p:grpSpPr>
        <p:cxnSp>
          <p:nvCxnSpPr>
            <p:cNvPr id="1221" name="Google Shape;1221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2" name="Google Shape;1222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3" name="Google Shape;1223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4" name="Google Shape;1224;p78"/>
          <p:cNvGrpSpPr/>
          <p:nvPr/>
        </p:nvGrpSpPr>
        <p:grpSpPr>
          <a:xfrm rot="5400000">
            <a:off x="591615" y="2800698"/>
            <a:ext cx="369896" cy="333900"/>
            <a:chOff x="96076" y="654376"/>
            <a:chExt cx="369896" cy="333900"/>
          </a:xfrm>
        </p:grpSpPr>
        <p:cxnSp>
          <p:nvCxnSpPr>
            <p:cNvPr id="1225" name="Google Shape;1225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26" name="Google Shape;1226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27" name="Google Shape;1227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28" name="Google Shape;1228;p78"/>
          <p:cNvGrpSpPr/>
          <p:nvPr/>
        </p:nvGrpSpPr>
        <p:grpSpPr>
          <a:xfrm rot="5400000">
            <a:off x="594440" y="1320410"/>
            <a:ext cx="369896" cy="333900"/>
            <a:chOff x="96076" y="654376"/>
            <a:chExt cx="369896" cy="333900"/>
          </a:xfrm>
        </p:grpSpPr>
        <p:cxnSp>
          <p:nvCxnSpPr>
            <p:cNvPr id="1229" name="Google Shape;1229;p78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30" name="Google Shape;1230;p78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31" name="Google Shape;1231;p78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32" name="Google Shape;1232;p78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33" name="Google Shape;1233;p78"/>
          <p:cNvSpPr txBox="1"/>
          <p:nvPr/>
        </p:nvSpPr>
        <p:spPr>
          <a:xfrm>
            <a:off x="1040600" y="3719118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4" name="Google Shape;1234;p78"/>
          <p:cNvSpPr txBox="1"/>
          <p:nvPr/>
        </p:nvSpPr>
        <p:spPr>
          <a:xfrm>
            <a:off x="1040600" y="2311041"/>
            <a:ext cx="1985100" cy="1424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5" name="Google Shape;1235;p78"/>
          <p:cNvSpPr txBox="1"/>
          <p:nvPr/>
        </p:nvSpPr>
        <p:spPr>
          <a:xfrm>
            <a:off x="1040600" y="882450"/>
            <a:ext cx="1985100" cy="1424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36" name="Google Shape;1236;p78"/>
          <p:cNvSpPr txBox="1"/>
          <p:nvPr>
            <p:ph idx="1" type="body"/>
          </p:nvPr>
        </p:nvSpPr>
        <p:spPr>
          <a:xfrm>
            <a:off x="3166350" y="2557587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37" name="Google Shape;1237;p78"/>
          <p:cNvSpPr txBox="1"/>
          <p:nvPr>
            <p:ph idx="2" type="body"/>
          </p:nvPr>
        </p:nvSpPr>
        <p:spPr>
          <a:xfrm>
            <a:off x="3166350" y="3965664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38" name="Google Shape;1238;p78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39" name="Google Shape;1239;p7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0" name="Google Shape;1240;p78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1" name="Google Shape;1241;p78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42" name="Google Shape;1242;p78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3" name="Google Shape;1243;p78"/>
          <p:cNvSpPr txBox="1"/>
          <p:nvPr>
            <p:ph idx="3" type="body"/>
          </p:nvPr>
        </p:nvSpPr>
        <p:spPr>
          <a:xfrm>
            <a:off x="3166350" y="1128996"/>
            <a:ext cx="5457600" cy="11736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cxnSp>
        <p:nvCxnSpPr>
          <p:cNvPr id="1244" name="Google Shape;1244;p78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45" name="Google Shape;1245;p78"/>
          <p:cNvSpPr txBox="1"/>
          <p:nvPr>
            <p:ph idx="4" type="subTitle"/>
          </p:nvPr>
        </p:nvSpPr>
        <p:spPr>
          <a:xfrm>
            <a:off x="1042075" y="882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6" name="Google Shape;1246;p78"/>
          <p:cNvSpPr txBox="1"/>
          <p:nvPr>
            <p:ph idx="5" type="subTitle"/>
          </p:nvPr>
        </p:nvSpPr>
        <p:spPr>
          <a:xfrm>
            <a:off x="1042075" y="23110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7" name="Google Shape;1247;p78"/>
          <p:cNvSpPr txBox="1"/>
          <p:nvPr>
            <p:ph idx="6" type="subTitle"/>
          </p:nvPr>
        </p:nvSpPr>
        <p:spPr>
          <a:xfrm>
            <a:off x="1042075" y="3735450"/>
            <a:ext cx="1985100" cy="14244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48" name="Google Shape;1248;p78"/>
          <p:cNvSpPr txBox="1"/>
          <p:nvPr>
            <p:ph idx="7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49" name="Google Shape;1249;p78"/>
          <p:cNvSpPr txBox="1"/>
          <p:nvPr>
            <p:ph idx="8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250" name="Google Shape;1250;p78"/>
          <p:cNvSpPr txBox="1"/>
          <p:nvPr>
            <p:ph idx="9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BLANK_1_1_1_1_1_1_1_1_1_1_1_1_1_1_1">
    <p:bg>
      <p:bgPr>
        <a:solidFill>
          <a:schemeClr val="lt2"/>
        </a:solidFill>
      </p:bgPr>
    </p:bg>
    <p:spTree>
      <p:nvGrpSpPr>
        <p:cNvPr id="1251" name="Shape 1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2" name="Google Shape;1252;p79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53" name="Google Shape;1253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4" name="Google Shape;1254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5" name="Google Shape;1255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56" name="Google Shape;1256;p79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57" name="Google Shape;1257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58" name="Google Shape;1258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59" name="Google Shape;1259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60" name="Google Shape;1260;p79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61" name="Google Shape;1261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62" name="Google Shape;1262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63" name="Google Shape;1263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64" name="Google Shape;1264;p79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5" name="Google Shape;1265;p79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6" name="Google Shape;1266;p79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7" name="Google Shape;1267;p79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268" name="Google Shape;1268;p79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grpSp>
        <p:nvGrpSpPr>
          <p:cNvPr id="1269" name="Google Shape;1269;p79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270" name="Google Shape;1270;p79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71" name="Google Shape;1271;p79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72" name="Google Shape;1272;p79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273" name="Google Shape;1273;p79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4" name="Google Shape;1274;p79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275" name="Google Shape;1275;p79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276" name="Google Shape;1276;p79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7" name="Google Shape;1277;p7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8" name="Google Shape;1278;p79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79" name="Google Shape;1279;p79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0" name="Google Shape;1280;p79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281" name="Google Shape;1281;p79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82" name="Google Shape;1282;p79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283" name="Google Shape;1283;p79"/>
          <p:cNvSpPr txBox="1"/>
          <p:nvPr>
            <p:ph idx="5" type="subTitle"/>
          </p:nvPr>
        </p:nvSpPr>
        <p:spPr>
          <a:xfrm>
            <a:off x="1042088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4" name="Google Shape;1284;p79"/>
          <p:cNvSpPr txBox="1"/>
          <p:nvPr>
            <p:ph idx="6" type="subTitle"/>
          </p:nvPr>
        </p:nvSpPr>
        <p:spPr>
          <a:xfrm>
            <a:off x="1042088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5" name="Google Shape;1285;p79"/>
          <p:cNvSpPr txBox="1"/>
          <p:nvPr>
            <p:ph idx="7" type="subTitle"/>
          </p:nvPr>
        </p:nvSpPr>
        <p:spPr>
          <a:xfrm>
            <a:off x="1042088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286" name="Google Shape;1286;p79"/>
          <p:cNvSpPr txBox="1"/>
          <p:nvPr>
            <p:ph idx="8" type="subTitle"/>
          </p:nvPr>
        </p:nvSpPr>
        <p:spPr>
          <a:xfrm>
            <a:off x="1042088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1">
  <p:cSld name="BLANK_1_1_1_1_1_1_1_1_1_1_1_1_1_1_1_2">
    <p:bg>
      <p:bgPr>
        <a:solidFill>
          <a:schemeClr val="lt2"/>
        </a:solidFill>
      </p:bgPr>
    </p:bg>
    <p:spTree>
      <p:nvGrpSpPr>
        <p:cNvPr id="1287" name="Shape 1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8" name="Google Shape;1288;p80"/>
          <p:cNvGrpSpPr/>
          <p:nvPr/>
        </p:nvGrpSpPr>
        <p:grpSpPr>
          <a:xfrm rot="5400000">
            <a:off x="593777" y="1244198"/>
            <a:ext cx="369896" cy="333900"/>
            <a:chOff x="96076" y="654376"/>
            <a:chExt cx="369896" cy="333900"/>
          </a:xfrm>
        </p:grpSpPr>
        <p:cxnSp>
          <p:nvCxnSpPr>
            <p:cNvPr id="1289" name="Google Shape;1289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0" name="Google Shape;1290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1" name="Google Shape;1291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2" name="Google Shape;1292;p80"/>
          <p:cNvGrpSpPr/>
          <p:nvPr/>
        </p:nvGrpSpPr>
        <p:grpSpPr>
          <a:xfrm rot="5400000">
            <a:off x="593790" y="2286698"/>
            <a:ext cx="369896" cy="333900"/>
            <a:chOff x="96076" y="654376"/>
            <a:chExt cx="369896" cy="333900"/>
          </a:xfrm>
        </p:grpSpPr>
        <p:cxnSp>
          <p:nvCxnSpPr>
            <p:cNvPr id="1293" name="Google Shape;1293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4" name="Google Shape;1294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5" name="Google Shape;1295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296" name="Google Shape;1296;p80"/>
          <p:cNvGrpSpPr/>
          <p:nvPr/>
        </p:nvGrpSpPr>
        <p:grpSpPr>
          <a:xfrm rot="5400000">
            <a:off x="593777" y="4371698"/>
            <a:ext cx="369896" cy="333900"/>
            <a:chOff x="96076" y="654376"/>
            <a:chExt cx="369896" cy="333900"/>
          </a:xfrm>
        </p:grpSpPr>
        <p:cxnSp>
          <p:nvCxnSpPr>
            <p:cNvPr id="1297" name="Google Shape;1297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298" name="Google Shape;1298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299" name="Google Shape;1299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300" name="Google Shape;1300;p80"/>
          <p:cNvGrpSpPr/>
          <p:nvPr/>
        </p:nvGrpSpPr>
        <p:grpSpPr>
          <a:xfrm rot="5400000">
            <a:off x="593765" y="3328603"/>
            <a:ext cx="369896" cy="333900"/>
            <a:chOff x="96076" y="654376"/>
            <a:chExt cx="369896" cy="333900"/>
          </a:xfrm>
        </p:grpSpPr>
        <p:cxnSp>
          <p:nvCxnSpPr>
            <p:cNvPr id="1301" name="Google Shape;1301;p80"/>
            <p:cNvCxnSpPr/>
            <p:nvPr/>
          </p:nvCxnSpPr>
          <p:spPr>
            <a:xfrm rot="5400000">
              <a:off x="113975" y="821326"/>
              <a:ext cx="333900" cy="0"/>
            </a:xfrm>
            <a:prstGeom prst="straightConnector1">
              <a:avLst/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1302" name="Google Shape;1302;p80"/>
            <p:cNvSpPr/>
            <p:nvPr/>
          </p:nvSpPr>
          <p:spPr>
            <a:xfrm>
              <a:off x="281321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303" name="Google Shape;1303;p80"/>
            <p:cNvSpPr/>
            <p:nvPr/>
          </p:nvSpPr>
          <p:spPr>
            <a:xfrm flipH="1">
              <a:off x="96076" y="658254"/>
              <a:ext cx="184651" cy="165556"/>
            </a:xfrm>
            <a:custGeom>
              <a:rect b="b" l="l" r="r" t="t"/>
              <a:pathLst>
                <a:path extrusionOk="0" h="6525" w="7310">
                  <a:moveTo>
                    <a:pt x="7310" y="6525"/>
                  </a:moveTo>
                  <a:cubicBezTo>
                    <a:pt x="4232" y="5432"/>
                    <a:pt x="1499" y="2902"/>
                    <a:pt x="0" y="0"/>
                  </a:cubicBezTo>
                </a:path>
              </a:pathLst>
            </a:cu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sp>
        <p:nvSpPr>
          <p:cNvPr id="1304" name="Google Shape;1304;p80"/>
          <p:cNvSpPr txBox="1"/>
          <p:nvPr>
            <p:ph idx="1" type="body"/>
          </p:nvPr>
        </p:nvSpPr>
        <p:spPr>
          <a:xfrm>
            <a:off x="3166350" y="1128995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5" name="Google Shape;1305;p80"/>
          <p:cNvSpPr txBox="1"/>
          <p:nvPr>
            <p:ph idx="2" type="body"/>
          </p:nvPr>
        </p:nvSpPr>
        <p:spPr>
          <a:xfrm>
            <a:off x="3166350" y="2191967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6" name="Google Shape;1306;p80"/>
          <p:cNvSpPr txBox="1"/>
          <p:nvPr>
            <p:ph idx="3" type="body"/>
          </p:nvPr>
        </p:nvSpPr>
        <p:spPr>
          <a:xfrm>
            <a:off x="3166350" y="3260843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7" name="Google Shape;1307;p80"/>
          <p:cNvSpPr txBox="1"/>
          <p:nvPr>
            <p:ph idx="4" type="body"/>
          </p:nvPr>
        </p:nvSpPr>
        <p:spPr>
          <a:xfrm>
            <a:off x="3165075" y="4322928"/>
            <a:ext cx="5457600" cy="816300"/>
          </a:xfrm>
          <a:prstGeom prst="rect">
            <a:avLst/>
          </a:prstGeom>
        </p:spPr>
        <p:txBody>
          <a:bodyPr anchorCtr="0" anchor="t" bIns="0" lIns="274300" spcFirstLastPara="1" rIns="182875" wrap="square" tIns="0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08" name="Google Shape;1308;p80"/>
          <p:cNvSpPr txBox="1"/>
          <p:nvPr/>
        </p:nvSpPr>
        <p:spPr>
          <a:xfrm>
            <a:off x="1042100" y="4076382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09" name="Google Shape;1309;p80"/>
          <p:cNvSpPr txBox="1"/>
          <p:nvPr/>
        </p:nvSpPr>
        <p:spPr>
          <a:xfrm>
            <a:off x="1042100" y="3014307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0" name="Google Shape;1310;p80"/>
          <p:cNvSpPr txBox="1"/>
          <p:nvPr/>
        </p:nvSpPr>
        <p:spPr>
          <a:xfrm>
            <a:off x="1042100" y="1944523"/>
            <a:ext cx="1985100" cy="10671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sp>
        <p:nvSpPr>
          <p:cNvPr id="1311" name="Google Shape;1311;p80"/>
          <p:cNvSpPr txBox="1"/>
          <p:nvPr/>
        </p:nvSpPr>
        <p:spPr>
          <a:xfrm>
            <a:off x="1042100" y="882449"/>
            <a:ext cx="1985100" cy="1067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b" bIns="365750" lIns="182875" spcFirstLastPara="1" rIns="18287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 sz="1000">
              <a:solidFill>
                <a:schemeClr val="lt1"/>
              </a:solidFill>
              <a:latin typeface="Inter Light"/>
              <a:ea typeface="Inter Light"/>
              <a:cs typeface="Inter Light"/>
              <a:sym typeface="Inter Light"/>
            </a:endParaRPr>
          </a:p>
        </p:txBody>
      </p:sp>
      <p:cxnSp>
        <p:nvCxnSpPr>
          <p:cNvPr id="1312" name="Google Shape;1312;p80"/>
          <p:cNvCxnSpPr/>
          <p:nvPr/>
        </p:nvCxnSpPr>
        <p:spPr>
          <a:xfrm>
            <a:off x="1042100" y="334900"/>
            <a:ext cx="81024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3" name="Google Shape;1313;p8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4" name="Google Shape;1314;p80"/>
          <p:cNvCxnSpPr/>
          <p:nvPr/>
        </p:nvCxnSpPr>
        <p:spPr>
          <a:xfrm>
            <a:off x="5153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5" name="Google Shape;1315;p80"/>
          <p:cNvCxnSpPr/>
          <p:nvPr/>
        </p:nvCxnSpPr>
        <p:spPr>
          <a:xfrm>
            <a:off x="104210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6" name="Google Shape;1316;p80"/>
          <p:cNvCxnSpPr/>
          <p:nvPr/>
        </p:nvCxnSpPr>
        <p:spPr>
          <a:xfrm>
            <a:off x="8623975" y="-200"/>
            <a:ext cx="0" cy="51435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17" name="Google Shape;1317;p80"/>
          <p:cNvCxnSpPr/>
          <p:nvPr/>
        </p:nvCxnSpPr>
        <p:spPr>
          <a:xfrm>
            <a:off x="1042100" y="882400"/>
            <a:ext cx="75819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18" name="Google Shape;1318;p80"/>
          <p:cNvSpPr txBox="1"/>
          <p:nvPr>
            <p:ph type="title"/>
          </p:nvPr>
        </p:nvSpPr>
        <p:spPr>
          <a:xfrm flipH="1">
            <a:off x="1046175" y="334951"/>
            <a:ext cx="7576500" cy="5475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1319" name="Google Shape;1319;p80"/>
          <p:cNvSpPr txBox="1"/>
          <p:nvPr>
            <p:ph idx="5" type="subTitle"/>
          </p:nvPr>
        </p:nvSpPr>
        <p:spPr>
          <a:xfrm>
            <a:off x="1042100" y="882450"/>
            <a:ext cx="1985100" cy="1067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0" name="Google Shape;1320;p80"/>
          <p:cNvSpPr txBox="1"/>
          <p:nvPr>
            <p:ph idx="6" type="subTitle"/>
          </p:nvPr>
        </p:nvSpPr>
        <p:spPr>
          <a:xfrm>
            <a:off x="1042100" y="1949550"/>
            <a:ext cx="1985100" cy="10632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1" name="Google Shape;1321;p80"/>
          <p:cNvSpPr txBox="1"/>
          <p:nvPr>
            <p:ph idx="7" type="subTitle"/>
          </p:nvPr>
        </p:nvSpPr>
        <p:spPr>
          <a:xfrm>
            <a:off x="1042100" y="3008275"/>
            <a:ext cx="1985100" cy="10731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2" name="Google Shape;1322;p80"/>
          <p:cNvSpPr txBox="1"/>
          <p:nvPr>
            <p:ph idx="8" type="subTitle"/>
          </p:nvPr>
        </p:nvSpPr>
        <p:spPr>
          <a:xfrm>
            <a:off x="1042100" y="4082950"/>
            <a:ext cx="1985100" cy="1060500"/>
          </a:xfrm>
          <a:prstGeom prst="rect">
            <a:avLst/>
          </a:prstGeom>
        </p:spPr>
        <p:txBody>
          <a:bodyPr anchorCtr="0" anchor="ctr" bIns="91425" lIns="274300" spcFirstLastPara="1" rIns="18287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SzPts val="1800"/>
              <a:buFont typeface="Gowun Batang"/>
              <a:buNone/>
              <a:defRPr sz="1800"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  <p:sp>
        <p:nvSpPr>
          <p:cNvPr id="1323" name="Google Shape;1323;p80"/>
          <p:cNvSpPr txBox="1"/>
          <p:nvPr>
            <p:ph idx="9" type="subTitle"/>
          </p:nvPr>
        </p:nvSpPr>
        <p:spPr>
          <a:xfrm>
            <a:off x="10364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4" name="Google Shape;1324;p80"/>
          <p:cNvSpPr txBox="1"/>
          <p:nvPr>
            <p:ph idx="1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25" name="Google Shape;1325;p80"/>
          <p:cNvSpPr txBox="1"/>
          <p:nvPr>
            <p:ph idx="14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BLANK_1_1_1_1_1_1_1_1_1_1_1_1_1_1_1_1">
    <p:bg>
      <p:bgPr>
        <a:solidFill>
          <a:schemeClr val="lt2"/>
        </a:solidFill>
      </p:bgPr>
    </p:bg>
    <p:spTree>
      <p:nvGrpSpPr>
        <p:cNvPr id="1326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p81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28" name="Google Shape;1328;p81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29" name="Google Shape;1329;p81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0" name="Google Shape;1330;p81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1" name="Google Shape;1331;p81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2" name="Google Shape;1332;p81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3" name="Google Shape;1333;p81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 - ALT 1">
  <p:cSld name="BLANK_1_1_1_1_1_1_1_1_1_1_1_1_1_1_1_1_2">
    <p:bg>
      <p:bgPr>
        <a:solidFill>
          <a:schemeClr val="lt2"/>
        </a:solidFill>
      </p:bgPr>
    </p:bg>
    <p:spTree>
      <p:nvGrpSpPr>
        <p:cNvPr id="1334" name="Shape 1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5" name="Google Shape;1335;p82"/>
          <p:cNvSpPr/>
          <p:nvPr>
            <p:ph idx="2" type="pic"/>
          </p:nvPr>
        </p:nvSpPr>
        <p:spPr>
          <a:xfrm>
            <a:off x="1408925" y="1186475"/>
            <a:ext cx="6585900" cy="34974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36" name="Google Shape;1336;p82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37" name="Google Shape;1337;p82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8" name="Google Shape;1338;p82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39" name="Google Shape;1339;p82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0" name="Google Shape;1340;p82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41" name="Google Shape;1341;p82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42" name="Google Shape;1342;p82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3" name="Google Shape;1343;p82"/>
          <p:cNvSpPr txBox="1"/>
          <p:nvPr>
            <p:ph idx="3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44" name="Google Shape;1344;p82"/>
          <p:cNvSpPr txBox="1"/>
          <p:nvPr>
            <p:ph idx="4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BLANK_1_1_1_1_1_1_1_1_1_1_1_1_1_1_1_1_1">
    <p:bg>
      <p:bgPr>
        <a:solidFill>
          <a:schemeClr val="lt2"/>
        </a:solidFill>
      </p:bgPr>
    </p:bg>
    <p:spTree>
      <p:nvGrpSpPr>
        <p:cNvPr id="1345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p83"/>
          <p:cNvSpPr/>
          <p:nvPr>
            <p:ph idx="2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7" name="Google Shape;1347;p83"/>
          <p:cNvSpPr/>
          <p:nvPr>
            <p:ph idx="3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48" name="Google Shape;1348;p83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49" name="Google Shape;1349;p83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0" name="Google Shape;1350;p83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1" name="Google Shape;1351;p83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2" name="Google Shape;1352;p83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53" name="Google Shape;1353;p83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54" name="Google Shape;1354;p83"/>
          <p:cNvSpPr txBox="1"/>
          <p:nvPr>
            <p:ph idx="1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5" name="Google Shape;1355;p83"/>
          <p:cNvSpPr txBox="1"/>
          <p:nvPr>
            <p:ph idx="4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56" name="Google Shape;1356;p83"/>
          <p:cNvSpPr txBox="1"/>
          <p:nvPr>
            <p:ph idx="5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57" name="Google Shape;1357;p83"/>
          <p:cNvSpPr txBox="1"/>
          <p:nvPr>
            <p:ph idx="6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 - ALT 1">
  <p:cSld name="BLANK_1_1_1_1_1_1_1_1_1_1_1_1_1_1_1_1_1_2">
    <p:bg>
      <p:bgPr>
        <a:solidFill>
          <a:schemeClr val="lt2"/>
        </a:solidFill>
      </p:bgPr>
    </p:bg>
    <p:spTree>
      <p:nvGrpSpPr>
        <p:cNvPr id="1358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p84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0" name="Google Shape;1360;p84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1" name="Google Shape;1361;p84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62" name="Google Shape;1362;p84"/>
          <p:cNvSpPr/>
          <p:nvPr>
            <p:ph idx="4" type="pic"/>
          </p:nvPr>
        </p:nvSpPr>
        <p:spPr>
          <a:xfrm>
            <a:off x="779675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3" name="Google Shape;1363;p84"/>
          <p:cNvSpPr/>
          <p:nvPr>
            <p:ph idx="5" type="pic"/>
          </p:nvPr>
        </p:nvSpPr>
        <p:spPr>
          <a:xfrm>
            <a:off x="4798950" y="1186481"/>
            <a:ext cx="3819900" cy="21489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64" name="Google Shape;1364;p84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65" name="Google Shape;1365;p84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6" name="Google Shape;1366;p84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7" name="Google Shape;1367;p84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8" name="Google Shape;1368;p84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69" name="Google Shape;1369;p84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70" name="Google Shape;1370;p84"/>
          <p:cNvSpPr txBox="1"/>
          <p:nvPr>
            <p:ph idx="6" type="body"/>
          </p:nvPr>
        </p:nvSpPr>
        <p:spPr>
          <a:xfrm>
            <a:off x="774225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1" name="Google Shape;1371;p84"/>
          <p:cNvSpPr txBox="1"/>
          <p:nvPr>
            <p:ph idx="7" type="body"/>
          </p:nvPr>
        </p:nvSpPr>
        <p:spPr>
          <a:xfrm>
            <a:off x="4796213" y="3890075"/>
            <a:ext cx="3819900" cy="9399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72" name="Google Shape;1372;p84"/>
          <p:cNvSpPr txBox="1"/>
          <p:nvPr>
            <p:ph idx="8" type="subTitle"/>
          </p:nvPr>
        </p:nvSpPr>
        <p:spPr>
          <a:xfrm>
            <a:off x="77965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73" name="Google Shape;1373;p84"/>
          <p:cNvSpPr txBox="1"/>
          <p:nvPr>
            <p:ph idx="9" type="subTitle"/>
          </p:nvPr>
        </p:nvSpPr>
        <p:spPr>
          <a:xfrm>
            <a:off x="4801700" y="3337750"/>
            <a:ext cx="3819900" cy="5520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500"/>
              <a:buFont typeface="Inter Medium"/>
              <a:buNone/>
              <a:defRPr sz="1500"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BLANK_1_1_1_1_1_1_1_1_1_1_1_1_1_1_1_1_1_1">
    <p:bg>
      <p:bgPr>
        <a:solidFill>
          <a:schemeClr val="lt2"/>
        </a:solidFill>
      </p:bgPr>
    </p:bg>
    <p:spTree>
      <p:nvGrpSpPr>
        <p:cNvPr id="1374" name="Shape 1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5" name="Google Shape;1375;p85"/>
          <p:cNvSpPr/>
          <p:nvPr>
            <p:ph idx="2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6" name="Google Shape;1376;p85"/>
          <p:cNvSpPr/>
          <p:nvPr>
            <p:ph idx="3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7" name="Google Shape;1377;p85"/>
          <p:cNvSpPr/>
          <p:nvPr>
            <p:ph idx="4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78" name="Google Shape;1378;p85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79" name="Google Shape;1379;p8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0" name="Google Shape;1380;p85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1" name="Google Shape;1381;p85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2" name="Google Shape;1382;p85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83" name="Google Shape;1383;p8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84" name="Google Shape;1384;p85"/>
          <p:cNvSpPr txBox="1"/>
          <p:nvPr>
            <p:ph idx="1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5" name="Google Shape;1385;p85"/>
          <p:cNvSpPr txBox="1"/>
          <p:nvPr>
            <p:ph idx="5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6" name="Google Shape;1386;p85"/>
          <p:cNvSpPr txBox="1"/>
          <p:nvPr>
            <p:ph idx="6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387" name="Google Shape;1387;p85"/>
          <p:cNvSpPr txBox="1"/>
          <p:nvPr>
            <p:ph idx="7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8" name="Google Shape;1388;p85"/>
          <p:cNvSpPr txBox="1"/>
          <p:nvPr>
            <p:ph idx="8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389" name="Google Shape;1389;p85"/>
          <p:cNvSpPr txBox="1"/>
          <p:nvPr>
            <p:ph idx="9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 - ALT 1">
  <p:cSld name="BLANK_1_1_1_1_1_1_1_1_1_1_1_1_1_1_1_1_1_1_2">
    <p:bg>
      <p:bgPr>
        <a:solidFill>
          <a:schemeClr val="lt2"/>
        </a:solidFill>
      </p:bgPr>
    </p:bg>
    <p:spTree>
      <p:nvGrpSpPr>
        <p:cNvPr id="1390" name="Shape 1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1" name="Google Shape;1391;p86"/>
          <p:cNvSpPr txBox="1"/>
          <p:nvPr>
            <p:ph idx="1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2" name="Google Shape;1392;p86"/>
          <p:cNvSpPr txBox="1"/>
          <p:nvPr>
            <p:ph idx="2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3" name="Google Shape;1393;p86"/>
          <p:cNvSpPr txBox="1"/>
          <p:nvPr>
            <p:ph idx="3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394" name="Google Shape;1394;p86"/>
          <p:cNvSpPr/>
          <p:nvPr>
            <p:ph idx="4" type="pic"/>
          </p:nvPr>
        </p:nvSpPr>
        <p:spPr>
          <a:xfrm>
            <a:off x="779638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5" name="Google Shape;1395;p86"/>
          <p:cNvSpPr/>
          <p:nvPr>
            <p:ph idx="5" type="pic"/>
          </p:nvPr>
        </p:nvSpPr>
        <p:spPr>
          <a:xfrm>
            <a:off x="3487091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6" name="Google Shape;1396;p86"/>
          <p:cNvSpPr/>
          <p:nvPr>
            <p:ph idx="6" type="pic"/>
          </p:nvPr>
        </p:nvSpPr>
        <p:spPr>
          <a:xfrm>
            <a:off x="6194533" y="1448025"/>
            <a:ext cx="2424300" cy="15603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397" name="Google Shape;1397;p86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398" name="Google Shape;1398;p86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399" name="Google Shape;1399;p86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0" name="Google Shape;1400;p86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1" name="Google Shape;1401;p86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02" name="Google Shape;1402;p86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03" name="Google Shape;1403;p86"/>
          <p:cNvSpPr txBox="1"/>
          <p:nvPr>
            <p:ph idx="7" type="body"/>
          </p:nvPr>
        </p:nvSpPr>
        <p:spPr>
          <a:xfrm>
            <a:off x="7796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4" name="Google Shape;1404;p86"/>
          <p:cNvSpPr txBox="1"/>
          <p:nvPr>
            <p:ph idx="8" type="body"/>
          </p:nvPr>
        </p:nvSpPr>
        <p:spPr>
          <a:xfrm>
            <a:off x="348710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5" name="Google Shape;1405;p86"/>
          <p:cNvSpPr txBox="1"/>
          <p:nvPr>
            <p:ph idx="9" type="body"/>
          </p:nvPr>
        </p:nvSpPr>
        <p:spPr>
          <a:xfrm>
            <a:off x="6194550" y="3743925"/>
            <a:ext cx="2424300" cy="10065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rm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●"/>
              <a:defRPr sz="1000">
                <a:latin typeface="Inter Light"/>
                <a:ea typeface="Inter Light"/>
                <a:cs typeface="Inter Light"/>
                <a:sym typeface="Inter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○"/>
              <a:defRPr sz="1000">
                <a:latin typeface="Inter Light"/>
                <a:ea typeface="Inter Light"/>
                <a:cs typeface="Inter Light"/>
                <a:sym typeface="Inter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 Light"/>
              <a:buChar char="■"/>
              <a:defRPr sz="1000"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/>
        </p:txBody>
      </p:sp>
      <p:sp>
        <p:nvSpPr>
          <p:cNvPr id="1406" name="Google Shape;1406;p86"/>
          <p:cNvSpPr txBox="1"/>
          <p:nvPr>
            <p:ph idx="13" type="subTitle"/>
          </p:nvPr>
        </p:nvSpPr>
        <p:spPr>
          <a:xfrm>
            <a:off x="7796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7" name="Google Shape;1407;p86"/>
          <p:cNvSpPr txBox="1"/>
          <p:nvPr>
            <p:ph idx="14" type="subTitle"/>
          </p:nvPr>
        </p:nvSpPr>
        <p:spPr>
          <a:xfrm>
            <a:off x="348710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  <p:sp>
        <p:nvSpPr>
          <p:cNvPr id="1408" name="Google Shape;1408;p86"/>
          <p:cNvSpPr txBox="1"/>
          <p:nvPr>
            <p:ph idx="15" type="subTitle"/>
          </p:nvPr>
        </p:nvSpPr>
        <p:spPr>
          <a:xfrm>
            <a:off x="6194550" y="3008350"/>
            <a:ext cx="2424300" cy="735600"/>
          </a:xfrm>
          <a:prstGeom prst="rect">
            <a:avLst/>
          </a:prstGeom>
        </p:spPr>
        <p:txBody>
          <a:bodyPr anchorCtr="0" anchor="b" bIns="91425" lIns="18287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1pPr>
            <a:lvl2pPr lvl="1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2pPr>
            <a:lvl3pPr lvl="2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3pPr>
            <a:lvl4pPr lvl="3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4pPr>
            <a:lvl5pPr lvl="4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5pPr>
            <a:lvl6pPr lvl="5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6pPr>
            <a:lvl7pPr lvl="6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7pPr>
            <a:lvl8pPr lvl="7">
              <a:spcBef>
                <a:spcPts val="8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8pPr>
            <a:lvl9pPr lvl="8">
              <a:spcBef>
                <a:spcPts val="800"/>
              </a:spcBef>
              <a:spcAft>
                <a:spcPts val="800"/>
              </a:spcAft>
              <a:buClr>
                <a:schemeClr val="accent1"/>
              </a:buClr>
              <a:buSzPts val="1200"/>
              <a:buFont typeface="Inter Medium"/>
              <a:buNone/>
              <a:defRPr>
                <a:solidFill>
                  <a:schemeClr val="accent1"/>
                </a:solidFill>
                <a:latin typeface="Inter Medium"/>
                <a:ea typeface="Inter Medium"/>
                <a:cs typeface="Inter Medium"/>
                <a:sym typeface="Inter Medium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BLANK_1_1_1_1_1_1_1_1_1_1_1_1_1_1_1_1_1_1_1">
    <p:bg>
      <p:bgPr>
        <a:solidFill>
          <a:schemeClr val="lt2"/>
        </a:solidFill>
      </p:bgPr>
    </p:bg>
    <p:spTree>
      <p:nvGrpSpPr>
        <p:cNvPr id="1409" name="Shape 1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0" name="Google Shape;1410;p87"/>
          <p:cNvSpPr/>
          <p:nvPr>
            <p:ph idx="2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11" name="Google Shape;1411;p87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2" name="Google Shape;1412;p87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3" name="Google Shape;1413;p87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14" name="Google Shape;1414;p87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 - ALT 1">
  <p:cSld name="BLANK_1_1_1_1_1_1_1_1_1_1_1_1_1_1_1_1_1_1_1_2">
    <p:bg>
      <p:bgPr>
        <a:solidFill>
          <a:schemeClr val="lt2"/>
        </a:solidFill>
      </p:bgPr>
    </p:bg>
    <p:spTree>
      <p:nvGrpSpPr>
        <p:cNvPr id="1415" name="Shape 1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6" name="Google Shape;1416;p88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7" name="Google Shape;1417;p88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8" name="Google Shape;1418;p88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19" name="Google Shape;1419;p88"/>
          <p:cNvSpPr/>
          <p:nvPr>
            <p:ph idx="4" type="pic"/>
          </p:nvPr>
        </p:nvSpPr>
        <p:spPr>
          <a:xfrm>
            <a:off x="1540250" y="1039100"/>
            <a:ext cx="6585900" cy="34005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20" name="Google Shape;1420;p88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1" name="Google Shape;1421;p88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2" name="Google Shape;1422;p88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23" name="Google Shape;1423;p88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BLANK_1_1_1_1_1_1_1_1_1_1_1_1_1_1_1_1_1_1_1_1">
    <p:bg>
      <p:bgPr>
        <a:solidFill>
          <a:schemeClr val="lt2"/>
        </a:solidFill>
      </p:bgPr>
    </p:bg>
    <p:spTree>
      <p:nvGrpSpPr>
        <p:cNvPr id="1424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89"/>
          <p:cNvSpPr/>
          <p:nvPr>
            <p:ph idx="2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6" name="Google Shape;1426;p89"/>
          <p:cNvSpPr/>
          <p:nvPr>
            <p:ph idx="3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7" name="Google Shape;1427;p89"/>
          <p:cNvSpPr/>
          <p:nvPr>
            <p:ph idx="4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8" name="Google Shape;1428;p89"/>
          <p:cNvSpPr/>
          <p:nvPr>
            <p:ph idx="5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29" name="Google Shape;1429;p89"/>
          <p:cNvSpPr/>
          <p:nvPr>
            <p:ph idx="6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0" name="Google Shape;1430;p89"/>
          <p:cNvSpPr/>
          <p:nvPr>
            <p:ph idx="7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1" name="Google Shape;1431;p89"/>
          <p:cNvSpPr/>
          <p:nvPr>
            <p:ph idx="8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2" name="Google Shape;1432;p89"/>
          <p:cNvSpPr/>
          <p:nvPr>
            <p:ph idx="9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33" name="Google Shape;1433;p89"/>
          <p:cNvSpPr/>
          <p:nvPr>
            <p:ph idx="13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34" name="Google Shape;1434;p89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5" name="Google Shape;1435;p89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6" name="Google Shape;1436;p89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37" name="Google Shape;1437;p89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38" name="Google Shape;1438;p89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39" name="Google Shape;1439;p89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 - ALT 1">
  <p:cSld name="BLANK_1_1_1_1_1_1_1_1_1_1_1_1_1_1_1_1_1_1_1_1_1">
    <p:bg>
      <p:bgPr>
        <a:solidFill>
          <a:schemeClr val="lt2"/>
        </a:solidFill>
      </p:bgPr>
    </p:bg>
    <p:spTree>
      <p:nvGrpSpPr>
        <p:cNvPr id="1440" name="Shape 1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" name="Google Shape;1441;p90"/>
          <p:cNvSpPr txBox="1"/>
          <p:nvPr>
            <p:ph idx="1" type="subTitle"/>
          </p:nvPr>
        </p:nvSpPr>
        <p:spPr>
          <a:xfrm>
            <a:off x="521250" y="-175"/>
            <a:ext cx="2930100" cy="3351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2" name="Google Shape;1442;p90"/>
          <p:cNvSpPr txBox="1"/>
          <p:nvPr>
            <p:ph idx="2" type="subTitle"/>
          </p:nvPr>
        </p:nvSpPr>
        <p:spPr>
          <a:xfrm>
            <a:off x="4089700" y="-175"/>
            <a:ext cx="26826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3" name="Google Shape;1443;p90"/>
          <p:cNvSpPr txBox="1"/>
          <p:nvPr>
            <p:ph idx="3" type="subTitle"/>
          </p:nvPr>
        </p:nvSpPr>
        <p:spPr>
          <a:xfrm>
            <a:off x="6773700" y="-175"/>
            <a:ext cx="1848900" cy="335100"/>
          </a:xfrm>
          <a:prstGeom prst="rect">
            <a:avLst/>
          </a:prstGeom>
        </p:spPr>
        <p:txBody>
          <a:bodyPr anchorCtr="0" anchor="ctr" bIns="91425" lIns="91425" spcFirstLastPara="1" rIns="274300" wrap="square" tIns="91425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None/>
              <a:defRPr sz="800"/>
            </a:lvl9pPr>
          </a:lstStyle>
          <a:p/>
        </p:txBody>
      </p:sp>
      <p:sp>
        <p:nvSpPr>
          <p:cNvPr id="1444" name="Google Shape;1444;p90"/>
          <p:cNvSpPr/>
          <p:nvPr>
            <p:ph idx="4" type="pic"/>
          </p:nvPr>
        </p:nvSpPr>
        <p:spPr>
          <a:xfrm>
            <a:off x="1907087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5" name="Google Shape;1445;p90"/>
          <p:cNvSpPr/>
          <p:nvPr>
            <p:ph idx="5" type="pic"/>
          </p:nvPr>
        </p:nvSpPr>
        <p:spPr>
          <a:xfrm>
            <a:off x="3898886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6" name="Google Shape;1446;p90"/>
          <p:cNvSpPr/>
          <p:nvPr>
            <p:ph idx="6" type="pic"/>
          </p:nvPr>
        </p:nvSpPr>
        <p:spPr>
          <a:xfrm>
            <a:off x="5890685" y="1245243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7" name="Google Shape;1447;p90"/>
          <p:cNvSpPr/>
          <p:nvPr>
            <p:ph idx="7" type="pic"/>
          </p:nvPr>
        </p:nvSpPr>
        <p:spPr>
          <a:xfrm>
            <a:off x="1907087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8" name="Google Shape;1448;p90"/>
          <p:cNvSpPr/>
          <p:nvPr>
            <p:ph idx="8" type="pic"/>
          </p:nvPr>
        </p:nvSpPr>
        <p:spPr>
          <a:xfrm>
            <a:off x="3898886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49" name="Google Shape;1449;p90"/>
          <p:cNvSpPr/>
          <p:nvPr>
            <p:ph idx="9" type="pic"/>
          </p:nvPr>
        </p:nvSpPr>
        <p:spPr>
          <a:xfrm>
            <a:off x="5890685" y="2409575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0" name="Google Shape;1450;p90"/>
          <p:cNvSpPr/>
          <p:nvPr>
            <p:ph idx="13" type="pic"/>
          </p:nvPr>
        </p:nvSpPr>
        <p:spPr>
          <a:xfrm>
            <a:off x="1907087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1" name="Google Shape;1451;p90"/>
          <p:cNvSpPr/>
          <p:nvPr>
            <p:ph idx="14" type="pic"/>
          </p:nvPr>
        </p:nvSpPr>
        <p:spPr>
          <a:xfrm>
            <a:off x="3898886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sp>
        <p:nvSpPr>
          <p:cNvPr id="1452" name="Google Shape;1452;p90"/>
          <p:cNvSpPr/>
          <p:nvPr>
            <p:ph idx="15" type="pic"/>
          </p:nvPr>
        </p:nvSpPr>
        <p:spPr>
          <a:xfrm>
            <a:off x="5890685" y="3573907"/>
            <a:ext cx="1868700" cy="1051200"/>
          </a:xfrm>
          <a:prstGeom prst="roundRect">
            <a:avLst>
              <a:gd fmla="val 6865" name="adj"/>
            </a:avLst>
          </a:prstGeom>
          <a:noFill/>
          <a:ln>
            <a:noFill/>
          </a:ln>
        </p:spPr>
      </p:sp>
      <p:cxnSp>
        <p:nvCxnSpPr>
          <p:cNvPr id="1453" name="Google Shape;1453;p90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4" name="Google Shape;1454;p90"/>
          <p:cNvCxnSpPr/>
          <p:nvPr/>
        </p:nvCxnSpPr>
        <p:spPr>
          <a:xfrm>
            <a:off x="521250" y="334900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5" name="Google Shape;1455;p90"/>
          <p:cNvCxnSpPr/>
          <p:nvPr/>
        </p:nvCxnSpPr>
        <p:spPr>
          <a:xfrm>
            <a:off x="6773750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56" name="Google Shape;1456;p90"/>
          <p:cNvCxnSpPr/>
          <p:nvPr/>
        </p:nvCxnSpPr>
        <p:spPr>
          <a:xfrm>
            <a:off x="8623975" y="-200"/>
            <a:ext cx="0" cy="3351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57" name="Google Shape;1457;p90"/>
          <p:cNvSpPr txBox="1"/>
          <p:nvPr>
            <p:ph type="title"/>
          </p:nvPr>
        </p:nvSpPr>
        <p:spPr>
          <a:xfrm flipH="1">
            <a:off x="524150" y="334900"/>
            <a:ext cx="8098500" cy="5100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Gowun Batang"/>
              <a:buNone/>
              <a:defRPr sz="2400"/>
            </a:lvl9pPr>
          </a:lstStyle>
          <a:p/>
        </p:txBody>
      </p:sp>
      <p:cxnSp>
        <p:nvCxnSpPr>
          <p:cNvPr id="1458" name="Google Shape;1458;p90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459" name="Shape 1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0" name="Google Shape;1460;p9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61" name="Google Shape;1461;p9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1462" name="Shape 1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3" name="Google Shape;1463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464" name="Google Shape;1464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465" name="Google Shape;1465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466" name="Shape 14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44" Type="http://schemas.openxmlformats.org/officeDocument/2006/relationships/slideLayout" Target="../slideLayouts/slideLayout55.xml"/><Relationship Id="rId43" Type="http://schemas.openxmlformats.org/officeDocument/2006/relationships/slideLayout" Target="../slideLayouts/slideLayout54.xml"/><Relationship Id="rId46" Type="http://schemas.openxmlformats.org/officeDocument/2006/relationships/slideLayout" Target="../slideLayouts/slideLayout57.xml"/><Relationship Id="rId45" Type="http://schemas.openxmlformats.org/officeDocument/2006/relationships/slideLayout" Target="../slideLayouts/slideLayout56.xml"/><Relationship Id="rId80" Type="http://schemas.openxmlformats.org/officeDocument/2006/relationships/slideLayout" Target="../slideLayouts/slideLayout91.xml"/><Relationship Id="rId81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48" Type="http://schemas.openxmlformats.org/officeDocument/2006/relationships/slideLayout" Target="../slideLayouts/slideLayout59.xml"/><Relationship Id="rId47" Type="http://schemas.openxmlformats.org/officeDocument/2006/relationships/slideLayout" Target="../slideLayouts/slideLayout58.xml"/><Relationship Id="rId49" Type="http://schemas.openxmlformats.org/officeDocument/2006/relationships/slideLayout" Target="../slideLayouts/slideLayout6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73" Type="http://schemas.openxmlformats.org/officeDocument/2006/relationships/slideLayout" Target="../slideLayouts/slideLayout84.xml"/><Relationship Id="rId72" Type="http://schemas.openxmlformats.org/officeDocument/2006/relationships/slideLayout" Target="../slideLayouts/slideLayout83.xml"/><Relationship Id="rId31" Type="http://schemas.openxmlformats.org/officeDocument/2006/relationships/slideLayout" Target="../slideLayouts/slideLayout42.xml"/><Relationship Id="rId75" Type="http://schemas.openxmlformats.org/officeDocument/2006/relationships/slideLayout" Target="../slideLayouts/slideLayout86.xml"/><Relationship Id="rId30" Type="http://schemas.openxmlformats.org/officeDocument/2006/relationships/slideLayout" Target="../slideLayouts/slideLayout41.xml"/><Relationship Id="rId74" Type="http://schemas.openxmlformats.org/officeDocument/2006/relationships/slideLayout" Target="../slideLayouts/slideLayout85.xml"/><Relationship Id="rId33" Type="http://schemas.openxmlformats.org/officeDocument/2006/relationships/slideLayout" Target="../slideLayouts/slideLayout44.xml"/><Relationship Id="rId77" Type="http://schemas.openxmlformats.org/officeDocument/2006/relationships/slideLayout" Target="../slideLayouts/slideLayout88.xml"/><Relationship Id="rId32" Type="http://schemas.openxmlformats.org/officeDocument/2006/relationships/slideLayout" Target="../slideLayouts/slideLayout43.xml"/><Relationship Id="rId76" Type="http://schemas.openxmlformats.org/officeDocument/2006/relationships/slideLayout" Target="../slideLayouts/slideLayout87.xml"/><Relationship Id="rId35" Type="http://schemas.openxmlformats.org/officeDocument/2006/relationships/slideLayout" Target="../slideLayouts/slideLayout46.xml"/><Relationship Id="rId79" Type="http://schemas.openxmlformats.org/officeDocument/2006/relationships/slideLayout" Target="../slideLayouts/slideLayout90.xml"/><Relationship Id="rId34" Type="http://schemas.openxmlformats.org/officeDocument/2006/relationships/slideLayout" Target="../slideLayouts/slideLayout45.xml"/><Relationship Id="rId78" Type="http://schemas.openxmlformats.org/officeDocument/2006/relationships/slideLayout" Target="../slideLayouts/slideLayout89.xml"/><Relationship Id="rId71" Type="http://schemas.openxmlformats.org/officeDocument/2006/relationships/slideLayout" Target="../slideLayouts/slideLayout82.xml"/><Relationship Id="rId70" Type="http://schemas.openxmlformats.org/officeDocument/2006/relationships/slideLayout" Target="../slideLayouts/slideLayout81.xml"/><Relationship Id="rId37" Type="http://schemas.openxmlformats.org/officeDocument/2006/relationships/slideLayout" Target="../slideLayouts/slideLayout48.xml"/><Relationship Id="rId36" Type="http://schemas.openxmlformats.org/officeDocument/2006/relationships/slideLayout" Target="../slideLayouts/slideLayout47.xml"/><Relationship Id="rId39" Type="http://schemas.openxmlformats.org/officeDocument/2006/relationships/slideLayout" Target="../slideLayouts/slideLayout50.xml"/><Relationship Id="rId38" Type="http://schemas.openxmlformats.org/officeDocument/2006/relationships/slideLayout" Target="../slideLayouts/slideLayout49.xml"/><Relationship Id="rId62" Type="http://schemas.openxmlformats.org/officeDocument/2006/relationships/slideLayout" Target="../slideLayouts/slideLayout73.xml"/><Relationship Id="rId61" Type="http://schemas.openxmlformats.org/officeDocument/2006/relationships/slideLayout" Target="../slideLayouts/slideLayout72.xml"/><Relationship Id="rId20" Type="http://schemas.openxmlformats.org/officeDocument/2006/relationships/slideLayout" Target="../slideLayouts/slideLayout31.xml"/><Relationship Id="rId64" Type="http://schemas.openxmlformats.org/officeDocument/2006/relationships/slideLayout" Target="../slideLayouts/slideLayout75.xml"/><Relationship Id="rId63" Type="http://schemas.openxmlformats.org/officeDocument/2006/relationships/slideLayout" Target="../slideLayouts/slideLayout74.xml"/><Relationship Id="rId22" Type="http://schemas.openxmlformats.org/officeDocument/2006/relationships/slideLayout" Target="../slideLayouts/slideLayout33.xml"/><Relationship Id="rId66" Type="http://schemas.openxmlformats.org/officeDocument/2006/relationships/slideLayout" Target="../slideLayouts/slideLayout77.xml"/><Relationship Id="rId21" Type="http://schemas.openxmlformats.org/officeDocument/2006/relationships/slideLayout" Target="../slideLayouts/slideLayout32.xml"/><Relationship Id="rId65" Type="http://schemas.openxmlformats.org/officeDocument/2006/relationships/slideLayout" Target="../slideLayouts/slideLayout76.xml"/><Relationship Id="rId24" Type="http://schemas.openxmlformats.org/officeDocument/2006/relationships/slideLayout" Target="../slideLayouts/slideLayout35.xml"/><Relationship Id="rId68" Type="http://schemas.openxmlformats.org/officeDocument/2006/relationships/slideLayout" Target="../slideLayouts/slideLayout79.xml"/><Relationship Id="rId23" Type="http://schemas.openxmlformats.org/officeDocument/2006/relationships/slideLayout" Target="../slideLayouts/slideLayout34.xml"/><Relationship Id="rId67" Type="http://schemas.openxmlformats.org/officeDocument/2006/relationships/slideLayout" Target="../slideLayouts/slideLayout78.xml"/><Relationship Id="rId60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69" Type="http://schemas.openxmlformats.org/officeDocument/2006/relationships/slideLayout" Target="../slideLayouts/slideLayout80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29" Type="http://schemas.openxmlformats.org/officeDocument/2006/relationships/slideLayout" Target="../slideLayouts/slideLayout40.xml"/><Relationship Id="rId51" Type="http://schemas.openxmlformats.org/officeDocument/2006/relationships/slideLayout" Target="../slideLayouts/slideLayout62.xml"/><Relationship Id="rId50" Type="http://schemas.openxmlformats.org/officeDocument/2006/relationships/slideLayout" Target="../slideLayouts/slideLayout61.xml"/><Relationship Id="rId53" Type="http://schemas.openxmlformats.org/officeDocument/2006/relationships/slideLayout" Target="../slideLayouts/slideLayout64.xml"/><Relationship Id="rId52" Type="http://schemas.openxmlformats.org/officeDocument/2006/relationships/slideLayout" Target="../slideLayouts/slideLayout63.xml"/><Relationship Id="rId11" Type="http://schemas.openxmlformats.org/officeDocument/2006/relationships/slideLayout" Target="../slideLayouts/slideLayout22.xml"/><Relationship Id="rId55" Type="http://schemas.openxmlformats.org/officeDocument/2006/relationships/slideLayout" Target="../slideLayouts/slideLayout66.xml"/><Relationship Id="rId10" Type="http://schemas.openxmlformats.org/officeDocument/2006/relationships/slideLayout" Target="../slideLayouts/slideLayout21.xml"/><Relationship Id="rId54" Type="http://schemas.openxmlformats.org/officeDocument/2006/relationships/slideLayout" Target="../slideLayouts/slideLayout65.xml"/><Relationship Id="rId13" Type="http://schemas.openxmlformats.org/officeDocument/2006/relationships/slideLayout" Target="../slideLayouts/slideLayout24.xml"/><Relationship Id="rId57" Type="http://schemas.openxmlformats.org/officeDocument/2006/relationships/slideLayout" Target="../slideLayouts/slideLayout68.xml"/><Relationship Id="rId12" Type="http://schemas.openxmlformats.org/officeDocument/2006/relationships/slideLayout" Target="../slideLayouts/slideLayout23.xml"/><Relationship Id="rId56" Type="http://schemas.openxmlformats.org/officeDocument/2006/relationships/slideLayout" Target="../slideLayouts/slideLayout67.xml"/><Relationship Id="rId15" Type="http://schemas.openxmlformats.org/officeDocument/2006/relationships/slideLayout" Target="../slideLayouts/slideLayout26.xml"/><Relationship Id="rId59" Type="http://schemas.openxmlformats.org/officeDocument/2006/relationships/slideLayout" Target="../slideLayouts/slideLayout70.xml"/><Relationship Id="rId14" Type="http://schemas.openxmlformats.org/officeDocument/2006/relationships/slideLayout" Target="../slideLayouts/slideLayout25.xml"/><Relationship Id="rId58" Type="http://schemas.openxmlformats.org/officeDocument/2006/relationships/slideLayout" Target="../slideLayouts/slideLayout69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228600" y="1452125"/>
            <a:ext cx="5760600" cy="3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type="title"/>
          </p:nvPr>
        </p:nvSpPr>
        <p:spPr>
          <a:xfrm>
            <a:off x="228600" y="369300"/>
            <a:ext cx="64803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Gowun Batang"/>
                <a:ea typeface="Gowun Batang"/>
                <a:cs typeface="Gowun Batang"/>
                <a:sym typeface="Gowun Batang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  <p:sldLayoutId id="2147483704" r:id="rId46"/>
    <p:sldLayoutId id="2147483705" r:id="rId47"/>
    <p:sldLayoutId id="2147483706" r:id="rId48"/>
    <p:sldLayoutId id="2147483707" r:id="rId49"/>
    <p:sldLayoutId id="2147483708" r:id="rId50"/>
    <p:sldLayoutId id="2147483709" r:id="rId51"/>
    <p:sldLayoutId id="2147483710" r:id="rId52"/>
    <p:sldLayoutId id="2147483711" r:id="rId53"/>
    <p:sldLayoutId id="2147483712" r:id="rId54"/>
    <p:sldLayoutId id="2147483713" r:id="rId55"/>
    <p:sldLayoutId id="2147483714" r:id="rId56"/>
    <p:sldLayoutId id="2147483715" r:id="rId57"/>
    <p:sldLayoutId id="2147483716" r:id="rId58"/>
    <p:sldLayoutId id="2147483717" r:id="rId59"/>
    <p:sldLayoutId id="2147483718" r:id="rId60"/>
    <p:sldLayoutId id="2147483719" r:id="rId61"/>
    <p:sldLayoutId id="2147483720" r:id="rId62"/>
    <p:sldLayoutId id="2147483721" r:id="rId63"/>
    <p:sldLayoutId id="2147483722" r:id="rId64"/>
    <p:sldLayoutId id="2147483723" r:id="rId65"/>
    <p:sldLayoutId id="2147483724" r:id="rId66"/>
    <p:sldLayoutId id="2147483725" r:id="rId67"/>
    <p:sldLayoutId id="2147483726" r:id="rId68"/>
    <p:sldLayoutId id="2147483727" r:id="rId69"/>
    <p:sldLayoutId id="2147483728" r:id="rId70"/>
    <p:sldLayoutId id="2147483729" r:id="rId71"/>
    <p:sldLayoutId id="2147483730" r:id="rId72"/>
    <p:sldLayoutId id="2147483731" r:id="rId73"/>
    <p:sldLayoutId id="2147483732" r:id="rId74"/>
    <p:sldLayoutId id="2147483733" r:id="rId75"/>
    <p:sldLayoutId id="2147483734" r:id="rId76"/>
    <p:sldLayoutId id="2147483735" r:id="rId77"/>
    <p:sldLayoutId id="2147483736" r:id="rId78"/>
    <p:sldLayoutId id="2147483737" r:id="rId79"/>
    <p:sldLayoutId id="2147483738" r:id="rId8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0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0" name="Shape 1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1" name="Google Shape;1471;p94"/>
          <p:cNvSpPr txBox="1"/>
          <p:nvPr>
            <p:ph type="title"/>
          </p:nvPr>
        </p:nvSpPr>
        <p:spPr>
          <a:xfrm>
            <a:off x="521800" y="1251350"/>
            <a:ext cx="8100900" cy="15315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rmAutofit fontScale="90000"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891"/>
              <a:buNone/>
            </a:pPr>
            <a:r>
              <a:rPr lang="en" sz="5030"/>
              <a:t>Final Project: Decision Trees and Employee Salaries</a:t>
            </a:r>
            <a:endParaRPr sz="5030"/>
          </a:p>
        </p:txBody>
      </p:sp>
      <p:sp>
        <p:nvSpPr>
          <p:cNvPr id="1472" name="Google Shape;1472;p94"/>
          <p:cNvSpPr txBox="1"/>
          <p:nvPr>
            <p:ph idx="1" type="subTitle"/>
          </p:nvPr>
        </p:nvSpPr>
        <p:spPr>
          <a:xfrm>
            <a:off x="521375" y="2782850"/>
            <a:ext cx="8100900" cy="338700"/>
          </a:xfrm>
          <a:prstGeom prst="rect">
            <a:avLst/>
          </a:prstGeom>
        </p:spPr>
        <p:txBody>
          <a:bodyPr anchorCtr="0" anchor="t" bIns="91425" lIns="274300" spcFirstLastPara="1" rIns="18287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75"/>
              <a:buNone/>
            </a:pPr>
            <a:r>
              <a:rPr lang="en" sz="1975"/>
              <a:t>Jordan Baker</a:t>
            </a:r>
            <a:endParaRPr sz="1975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475"/>
              <a:buNone/>
            </a:pPr>
            <a:r>
              <a:rPr lang="en" sz="1975"/>
              <a:t>Data 201  - Spring 2026</a:t>
            </a:r>
            <a:endParaRPr sz="1975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476" name="Shape 1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77" name="Google Shape;1477;p95"/>
          <p:cNvCxnSpPr/>
          <p:nvPr/>
        </p:nvCxnSpPr>
        <p:spPr>
          <a:xfrm>
            <a:off x="521250" y="-200"/>
            <a:ext cx="0" cy="514380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478" name="Google Shape;1478;p95"/>
          <p:cNvCxnSpPr/>
          <p:nvPr/>
        </p:nvCxnSpPr>
        <p:spPr>
          <a:xfrm>
            <a:off x="521250" y="841675"/>
            <a:ext cx="8623200" cy="0"/>
          </a:xfrm>
          <a:prstGeom prst="straightConnector1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79" name="Google Shape;1479;p95"/>
          <p:cNvSpPr txBox="1"/>
          <p:nvPr>
            <p:ph type="title"/>
          </p:nvPr>
        </p:nvSpPr>
        <p:spPr>
          <a:xfrm flipH="1">
            <a:off x="521250" y="11052"/>
            <a:ext cx="8623200" cy="8274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160"/>
              <a:buNone/>
            </a:pPr>
            <a:r>
              <a:rPr b="1" lang="en">
                <a:solidFill>
                  <a:schemeClr val="lt1"/>
                </a:solidFill>
              </a:rPr>
              <a:t>Dataset Overview: Montgomery County Employee Salaries</a:t>
            </a:r>
            <a:endParaRPr b="1" sz="1860"/>
          </a:p>
        </p:txBody>
      </p:sp>
      <p:sp>
        <p:nvSpPr>
          <p:cNvPr id="1480" name="Google Shape;1480;p95"/>
          <p:cNvSpPr txBox="1"/>
          <p:nvPr>
            <p:ph idx="7" type="subTitle"/>
          </p:nvPr>
        </p:nvSpPr>
        <p:spPr>
          <a:xfrm>
            <a:off x="6778383" y="1200813"/>
            <a:ext cx="2053500" cy="1539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/>
              <a:t>Q4</a:t>
            </a:r>
            <a:endParaRPr/>
          </a:p>
        </p:txBody>
      </p:sp>
      <p:sp>
        <p:nvSpPr>
          <p:cNvPr id="1481" name="Google Shape;1481;p95"/>
          <p:cNvSpPr txBox="1"/>
          <p:nvPr>
            <p:ph idx="14" type="body"/>
          </p:nvPr>
        </p:nvSpPr>
        <p:spPr>
          <a:xfrm>
            <a:off x="521250" y="829125"/>
            <a:ext cx="4308600" cy="213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</a:pPr>
            <a:r>
              <a:rPr lang="en" sz="1400">
                <a:solidFill>
                  <a:schemeClr val="lt1"/>
                </a:solidFill>
              </a:rPr>
              <a:t>Description: Annual salary information, including gross pay and overtime pay for all active, permanent employees of Montgomery County, MD, paid in calendar year 2023.</a:t>
            </a:r>
            <a:endParaRPr sz="1400">
              <a:solidFill>
                <a:schemeClr val="lt1"/>
              </a:solidFill>
            </a:endParaRPr>
          </a:p>
        </p:txBody>
      </p:sp>
      <p:sp>
        <p:nvSpPr>
          <p:cNvPr id="1482" name="Google Shape;1482;p95"/>
          <p:cNvSpPr txBox="1"/>
          <p:nvPr>
            <p:ph idx="15" type="subTitle"/>
          </p:nvPr>
        </p:nvSpPr>
        <p:spPr>
          <a:xfrm>
            <a:off x="4829850" y="844900"/>
            <a:ext cx="4308600" cy="213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This dataset includes over 10 thousand rows and 8 columns of data. The variables include: 'Department, Department Name, Division, Gender, Base Salary, Overtime Pay, Longevity Pay, and Grade. The table below displays each variable and an example.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83" name="Google Shape;1483;p95"/>
          <p:cNvSpPr txBox="1"/>
          <p:nvPr>
            <p:ph idx="17" type="body"/>
          </p:nvPr>
        </p:nvSpPr>
        <p:spPr>
          <a:xfrm>
            <a:off x="4829850" y="2980825"/>
            <a:ext cx="4308600" cy="213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46300" lIns="182875" spcFirstLastPara="1" rIns="182875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000"/>
              <a:buNone/>
            </a:pPr>
            <a:r>
              <a:rPr lang="en">
                <a:solidFill>
                  <a:schemeClr val="lt1"/>
                </a:solidFill>
              </a:rPr>
              <a:t>                                                                                                                                         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484" name="Google Shape;1484;p95"/>
          <p:cNvSpPr txBox="1"/>
          <p:nvPr>
            <p:ph idx="15" type="subTitle"/>
          </p:nvPr>
        </p:nvSpPr>
        <p:spPr>
          <a:xfrm>
            <a:off x="521250" y="2980825"/>
            <a:ext cx="4308600" cy="21327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182875" spcFirstLastPara="1" rIns="182875" wrap="square" tIns="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Dataset importance: This dataset can be </a:t>
            </a:r>
            <a:r>
              <a:rPr lang="en" sz="14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to predict an employee's salary based on factors like gender and department. It can determine what departments get paid more and less, and if there is a gender wage gap in Montgomery County Employment.</a:t>
            </a:r>
            <a:endParaRPr sz="14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solidFill>
                  <a:schemeClr val="lt1"/>
                </a:solidFill>
              </a:rPr>
              <a:t>.</a:t>
            </a:r>
            <a:endParaRPr>
              <a:solidFill>
                <a:schemeClr val="lt1"/>
              </a:solidFill>
            </a:endParaRPr>
          </a:p>
        </p:txBody>
      </p:sp>
      <p:graphicFrame>
        <p:nvGraphicFramePr>
          <p:cNvPr id="1485" name="Google Shape;1485;p95"/>
          <p:cNvGraphicFramePr/>
          <p:nvPr/>
        </p:nvGraphicFramePr>
        <p:xfrm>
          <a:off x="4833175" y="29808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{E4720295-9723-4A0F-98B8-F27AEDB87CD2}</a:tableStyleId>
              </a:tblPr>
              <a:tblGrid>
                <a:gridCol w="1077150"/>
                <a:gridCol w="1077150"/>
                <a:gridCol w="1077150"/>
                <a:gridCol w="1077150"/>
              </a:tblGrid>
              <a:tr h="6912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Department 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Department name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Division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Gender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3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“ABS”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“Alcohol Beverage Services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“ABS 85 Administration”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“F”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77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Base_Salary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$78,957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Overtime_Pay</a:t>
                      </a:r>
                      <a:endParaRPr sz="11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$456.68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Longevity_Pay</a:t>
                      </a:r>
                      <a:endParaRPr sz="10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$6257.7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Grade</a:t>
                      </a:r>
                      <a:endParaRPr sz="1200"/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M2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9" name="Shape 1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0" name="Google Shape;1490;p96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Decision Tree Model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491" name="Google Shape;1491;p96"/>
          <p:cNvSpPr txBox="1"/>
          <p:nvPr>
            <p:ph idx="1" type="body"/>
          </p:nvPr>
        </p:nvSpPr>
        <p:spPr>
          <a:xfrm>
            <a:off x="6396525" y="1758425"/>
            <a:ext cx="2373000" cy="29697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Decision Tree w/ 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Max Depth = 3 Results: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Mean Squared Error (MSE): 732455528.410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R-squared (R2) Score: 0.237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Decision Tree w/ 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Max Depth = 5 Results: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Mean Squared Error (MSE): 579499757.156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R-squared (R2) Score: 0.396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>
              <a:solidFill>
                <a:schemeClr val="accent6"/>
              </a:solidFill>
            </a:endParaRPr>
          </a:p>
        </p:txBody>
      </p:sp>
      <p:pic>
        <p:nvPicPr>
          <p:cNvPr id="1492" name="Google Shape;1492;p9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425" y="1833429"/>
            <a:ext cx="5451900" cy="2819700"/>
          </a:xfrm>
          <a:prstGeom prst="rect">
            <a:avLst/>
          </a:prstGeom>
          <a:noFill/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496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7" name="Google Shape;1497;p97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Random Forest Regressor</a:t>
            </a:r>
            <a:endParaRPr/>
          </a:p>
        </p:txBody>
      </p:sp>
      <p:sp>
        <p:nvSpPr>
          <p:cNvPr id="1498" name="Google Shape;1498;p97"/>
          <p:cNvSpPr txBox="1"/>
          <p:nvPr>
            <p:ph idx="1" type="body"/>
          </p:nvPr>
        </p:nvSpPr>
        <p:spPr>
          <a:xfrm>
            <a:off x="6396525" y="1626875"/>
            <a:ext cx="2373000" cy="32328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Random Forest Regressor w/ Max Depth = 12  Results: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Mean Squared Error (MSE): 333408639.229</a:t>
            </a:r>
            <a:endParaRPr sz="110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R-squared (R2) Score: 0.653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Improved MSE and R</a:t>
            </a:r>
            <a:r>
              <a:rPr baseline="30000" lang="en" sz="1200"/>
              <a:t>2</a:t>
            </a:r>
            <a:r>
              <a:rPr lang="en" sz="1200"/>
              <a:t> score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Max depth of 12 likely means overfitting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- </a:t>
            </a:r>
            <a:r>
              <a:rPr lang="en" sz="1200"/>
              <a:t>Visualization</a:t>
            </a:r>
            <a:r>
              <a:rPr lang="en" sz="1200"/>
              <a:t> shows high spread distribution and high standard </a:t>
            </a:r>
            <a:r>
              <a:rPr lang="en" sz="1200"/>
              <a:t>deviation</a:t>
            </a:r>
            <a:endParaRPr sz="1200"/>
          </a:p>
        </p:txBody>
      </p:sp>
      <p:pic>
        <p:nvPicPr>
          <p:cNvPr id="1499" name="Google Shape;1499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9825" y="1626888"/>
            <a:ext cx="4970297" cy="3232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03" name="Shape 1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4" name="Google Shape;1504;p98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274300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accent6"/>
                </a:solidFill>
              </a:rPr>
              <a:t>Gradient Boosting Regressor</a:t>
            </a:r>
            <a:endParaRPr>
              <a:solidFill>
                <a:schemeClr val="accent6"/>
              </a:solidFill>
            </a:endParaRPr>
          </a:p>
        </p:txBody>
      </p:sp>
      <p:sp>
        <p:nvSpPr>
          <p:cNvPr id="1505" name="Google Shape;1505;p98"/>
          <p:cNvSpPr txBox="1"/>
          <p:nvPr>
            <p:ph idx="1" type="body"/>
          </p:nvPr>
        </p:nvSpPr>
        <p:spPr>
          <a:xfrm>
            <a:off x="6396525" y="1758425"/>
            <a:ext cx="2373000" cy="29697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Gradient</a:t>
            </a:r>
            <a:r>
              <a:rPr lang="en" sz="1200">
                <a:solidFill>
                  <a:schemeClr val="accent6"/>
                </a:solidFill>
              </a:rPr>
              <a:t> Boos</a:t>
            </a:r>
            <a:r>
              <a:rPr lang="en" sz="1200">
                <a:solidFill>
                  <a:schemeClr val="accent6"/>
                </a:solidFill>
              </a:rPr>
              <a:t>ting Regressor W/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Max depth = 4 Results: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Mean Squared Error (MSE): 219972607.705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R-squared (R2) Score: 0.771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-  Improved MSE and R</a:t>
            </a:r>
            <a:r>
              <a:rPr baseline="30000" lang="en" sz="1200">
                <a:solidFill>
                  <a:schemeClr val="accent6"/>
                </a:solidFill>
              </a:rPr>
              <a:t>2</a:t>
            </a:r>
            <a:r>
              <a:rPr lang="en" sz="1200">
                <a:solidFill>
                  <a:schemeClr val="accent6"/>
                </a:solidFill>
              </a:rPr>
              <a:t> score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accent6"/>
                </a:solidFill>
              </a:rPr>
              <a:t>- Target max depth of 4 = reduced chance of overfitting.</a:t>
            </a:r>
            <a:endParaRPr sz="12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6" name="Google Shape;1506;p9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00900" y="1626888"/>
            <a:ext cx="4402939" cy="32327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6"/>
        </a:solidFill>
      </p:bgPr>
    </p:bg>
    <p:spTree>
      <p:nvGrpSpPr>
        <p:cNvPr id="1510" name="Shape 1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1" name="Google Shape;1511;p99"/>
          <p:cNvSpPr txBox="1"/>
          <p:nvPr>
            <p:ph type="title"/>
          </p:nvPr>
        </p:nvSpPr>
        <p:spPr>
          <a:xfrm flipH="1">
            <a:off x="1040750" y="334850"/>
            <a:ext cx="7581900" cy="9726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3660"/>
              <a:t>Model Comparison &amp; Key Findings</a:t>
            </a:r>
            <a:endParaRPr sz="3660"/>
          </a:p>
        </p:txBody>
      </p:sp>
      <p:sp>
        <p:nvSpPr>
          <p:cNvPr id="1512" name="Google Shape;1512;p99"/>
          <p:cNvSpPr txBox="1"/>
          <p:nvPr>
            <p:ph idx="1" type="body"/>
          </p:nvPr>
        </p:nvSpPr>
        <p:spPr>
          <a:xfrm>
            <a:off x="1040750" y="1307450"/>
            <a:ext cx="3138600" cy="1083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Decision Tree w/ 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Max Depth = 3 Results: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Mean Squared Error (MSE): 579499757.156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R-squared (R2) Score: 0.396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513" name="Google Shape;1513;p99"/>
          <p:cNvSpPr txBox="1"/>
          <p:nvPr>
            <p:ph idx="1" type="body"/>
          </p:nvPr>
        </p:nvSpPr>
        <p:spPr>
          <a:xfrm>
            <a:off x="1040750" y="2683975"/>
            <a:ext cx="3138600" cy="1083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6"/>
              <a:t>Random Forest Regressor w/ Max Depth = 12  Results:</a:t>
            </a:r>
            <a:endParaRPr sz="1100"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Mean Squared Error (MSE): 333408639.229</a:t>
            </a:r>
            <a:endParaRPr sz="110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R-squared (R2) Score: 0.653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1514" name="Google Shape;1514;p99"/>
          <p:cNvSpPr txBox="1"/>
          <p:nvPr>
            <p:ph idx="1" type="body"/>
          </p:nvPr>
        </p:nvSpPr>
        <p:spPr>
          <a:xfrm>
            <a:off x="1040750" y="4060500"/>
            <a:ext cx="3138600" cy="1083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274300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Gradient Boosting Regressor W/</a:t>
            </a:r>
            <a:endParaRPr sz="12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Max depth = 4 Results:</a:t>
            </a:r>
            <a:endParaRPr>
              <a:solidFill>
                <a:schemeClr val="accent6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Mean Squared Error (MSE): 219972607.705</a:t>
            </a:r>
            <a:endParaRPr sz="1050">
              <a:solidFill>
                <a:srgbClr val="E3E3E3"/>
              </a:solidFill>
              <a:highlight>
                <a:srgbClr val="282A2C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E3E3E3"/>
                </a:solidFill>
                <a:highlight>
                  <a:srgbClr val="282A2C"/>
                </a:highlight>
                <a:latin typeface="Courier New"/>
                <a:ea typeface="Courier New"/>
                <a:cs typeface="Courier New"/>
                <a:sym typeface="Courier New"/>
              </a:rPr>
              <a:t>R-squared (R2) Score: 0.771</a:t>
            </a:r>
            <a:r>
              <a:rPr lang="en" sz="11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1515" name="Google Shape;1515;p99"/>
          <p:cNvSpPr/>
          <p:nvPr/>
        </p:nvSpPr>
        <p:spPr>
          <a:xfrm rot="5400000">
            <a:off x="4540275" y="2322600"/>
            <a:ext cx="466500" cy="498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6" name="Google Shape;1516;p99"/>
          <p:cNvSpPr/>
          <p:nvPr/>
        </p:nvSpPr>
        <p:spPr>
          <a:xfrm rot="5400000">
            <a:off x="4540275" y="3751075"/>
            <a:ext cx="466500" cy="498300"/>
          </a:xfrm>
          <a:prstGeom prst="bentArrow">
            <a:avLst>
              <a:gd fmla="val 25000" name="adj1"/>
              <a:gd fmla="val 25000" name="adj2"/>
              <a:gd fmla="val 25000" name="adj3"/>
              <a:gd fmla="val 43750" name="adj4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7" name="Google Shape;1517;p99"/>
          <p:cNvSpPr txBox="1"/>
          <p:nvPr/>
        </p:nvSpPr>
        <p:spPr>
          <a:xfrm>
            <a:off x="5304700" y="1648050"/>
            <a:ext cx="3531600" cy="3263700"/>
          </a:xfrm>
          <a:prstGeom prst="rect">
            <a:avLst/>
          </a:prstGeom>
          <a:noFill/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The Gradient Booster was the best model, returning the best R2 score and the lowest MSE score 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I think the easiest model to explain was the initial Tree model, despite it being the least effective model.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In the real world, I would use the Gradient Booster Regressor because it was the best, as long as I had the resources to do so. If I had a time constraint, I might use the Random Forest Regression or the 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Decision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Tree, 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because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 it is less complicated, but If I want the best results, I would use the Gradient Booster.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1" name="Shape 1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2" name="Google Shape;1522;p100"/>
          <p:cNvSpPr txBox="1"/>
          <p:nvPr>
            <p:ph idx="4294967295" type="title"/>
          </p:nvPr>
        </p:nvSpPr>
        <p:spPr>
          <a:xfrm>
            <a:off x="1040600" y="1157250"/>
            <a:ext cx="8100900" cy="10389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6530">
                <a:solidFill>
                  <a:schemeClr val="accent6"/>
                </a:solidFill>
              </a:rPr>
              <a:t>THANK YOU</a:t>
            </a:r>
            <a:endParaRPr sz="6530">
              <a:solidFill>
                <a:schemeClr val="accent6"/>
              </a:solidFill>
            </a:endParaRPr>
          </a:p>
        </p:txBody>
      </p:sp>
      <p:sp>
        <p:nvSpPr>
          <p:cNvPr id="1523" name="Google Shape;1523;p100"/>
          <p:cNvSpPr txBox="1"/>
          <p:nvPr>
            <p:ph idx="1" type="subTitle"/>
          </p:nvPr>
        </p:nvSpPr>
        <p:spPr>
          <a:xfrm>
            <a:off x="1040600" y="2647275"/>
            <a:ext cx="8100900" cy="596100"/>
          </a:xfrm>
          <a:prstGeom prst="rect">
            <a:avLst/>
          </a:prstGeom>
          <a:ln cap="flat" cmpd="sng" w="9525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274300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5"/>
              <a:buNone/>
            </a:pPr>
            <a:r>
              <a:rPr lang="en" sz="1975"/>
              <a:t>Jordan Baker</a:t>
            </a:r>
            <a:endParaRPr sz="1975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75"/>
              <a:buNone/>
            </a:pPr>
            <a:r>
              <a:rPr lang="en" sz="1975"/>
              <a:t>Data 201  - Spring 2026</a:t>
            </a:r>
            <a:endParaRPr sz="1975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BOARD MEETING">
  <a:themeElements>
    <a:clrScheme name="Simple Light">
      <a:dk1>
        <a:srgbClr val="E1DCD8"/>
      </a:dk1>
      <a:lt1>
        <a:srgbClr val="032C3C"/>
      </a:lt1>
      <a:dk2>
        <a:srgbClr val="381819"/>
      </a:dk2>
      <a:lt2>
        <a:srgbClr val="EAEAEA"/>
      </a:lt2>
      <a:accent1>
        <a:srgbClr val="BA351A"/>
      </a:accent1>
      <a:accent2>
        <a:srgbClr val="6B2A2D"/>
      </a:accent2>
      <a:accent3>
        <a:srgbClr val="E7D5A6"/>
      </a:accent3>
      <a:accent4>
        <a:srgbClr val="7EDA9C"/>
      </a:accent4>
      <a:accent5>
        <a:srgbClr val="90B3EC"/>
      </a:accent5>
      <a:accent6>
        <a:srgbClr val="E6C5B8"/>
      </a:accent6>
      <a:hlink>
        <a:srgbClr val="9E9E9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